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-1101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7E011-F0FC-420B-BCC0-3E2E8BF7845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97BA1-D93A-4913-A3C3-28B8FD56FF7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7E011-F0FC-420B-BCC0-3E2E8BF7845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97BA1-D93A-4913-A3C3-28B8FD56FF7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7E011-F0FC-420B-BCC0-3E2E8BF7845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97BA1-D93A-4913-A3C3-28B8FD56FF7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7E011-F0FC-420B-BCC0-3E2E8BF7845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97BA1-D93A-4913-A3C3-28B8FD56FF7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7E011-F0FC-420B-BCC0-3E2E8BF7845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97BA1-D93A-4913-A3C3-28B8FD56FF7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7E011-F0FC-420B-BCC0-3E2E8BF7845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97BA1-D93A-4913-A3C3-28B8FD56FF7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7E011-F0FC-420B-BCC0-3E2E8BF7845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97BA1-D93A-4913-A3C3-28B8FD56FF7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7E011-F0FC-420B-BCC0-3E2E8BF7845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97BA1-D93A-4913-A3C3-28B8FD56FF7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7E011-F0FC-420B-BCC0-3E2E8BF7845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97BA1-D93A-4913-A3C3-28B8FD56FF7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7E011-F0FC-420B-BCC0-3E2E8BF7845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97BA1-D93A-4913-A3C3-28B8FD56FF7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7E011-F0FC-420B-BCC0-3E2E8BF7845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97BA1-D93A-4913-A3C3-28B8FD56FF73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7E011-F0FC-420B-BCC0-3E2E8BF7845E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197BA1-D93A-4913-A3C3-28B8FD56FF73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83568" y="1484784"/>
            <a:ext cx="1152128" cy="20162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Program ROM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4211960" y="1052736"/>
            <a:ext cx="2520280" cy="2808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CPU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4355976" y="1124744"/>
            <a:ext cx="504056" cy="108012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Program counter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1835696" y="1844824"/>
            <a:ext cx="23762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147801" y="1547500"/>
            <a:ext cx="1848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ROM Address Bus</a:t>
            </a:r>
            <a:endParaRPr lang="en-GB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835696" y="3068960"/>
            <a:ext cx="237626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195736" y="2710661"/>
            <a:ext cx="15352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ROM Data Bus</a:t>
            </a:r>
            <a:br>
              <a:rPr lang="en-GB" dirty="0" smtClean="0"/>
            </a:br>
            <a:r>
              <a:rPr lang="en-GB" dirty="0" smtClean="0"/>
              <a:t>(instruction)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4355976" y="2420888"/>
            <a:ext cx="504056" cy="1152128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Instruction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decoder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99792" y="1196752"/>
            <a:ext cx="96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1</a:t>
            </a:r>
            <a:r>
              <a:rPr lang="en-GB" baseline="30000" dirty="0" smtClean="0">
                <a:solidFill>
                  <a:srgbClr val="FF0000"/>
                </a:solidFill>
              </a:rPr>
              <a:t>st</a:t>
            </a:r>
            <a:r>
              <a:rPr lang="en-GB" dirty="0" smtClean="0">
                <a:solidFill>
                  <a:srgbClr val="FF0000"/>
                </a:solidFill>
              </a:rPr>
              <a:t> Clock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42703" y="2348880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2</a:t>
            </a:r>
            <a:r>
              <a:rPr lang="en-GB" baseline="30000" dirty="0" smtClean="0">
                <a:solidFill>
                  <a:srgbClr val="FF0000"/>
                </a:solidFill>
              </a:rPr>
              <a:t>nd</a:t>
            </a:r>
            <a:r>
              <a:rPr lang="en-GB" dirty="0" smtClean="0">
                <a:solidFill>
                  <a:srgbClr val="FF0000"/>
                </a:solidFill>
              </a:rPr>
              <a:t> Clock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71600" y="4149080"/>
            <a:ext cx="72728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At the start of a new instruction: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Put the address from the program counter on the ROM address bus, then wait for next clock (ROM doesn’t instantly put data on the bus)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Get the instruction from the ROM into the instruction decoder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GB" dirty="0" smtClean="0"/>
              <a:t>It might need to be latched?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Etc for internal operations following instruction decode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Finally put new value in </a:t>
            </a:r>
            <a:r>
              <a:rPr lang="en-GB" smtClean="0"/>
              <a:t>program counter</a:t>
            </a:r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84</Words>
  <Application>Microsoft Office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1</cp:revision>
  <dcterms:created xsi:type="dcterms:W3CDTF">2026-04-28T14:21:40Z</dcterms:created>
  <dcterms:modified xsi:type="dcterms:W3CDTF">2026-04-28T15:00:34Z</dcterms:modified>
</cp:coreProperties>
</file>