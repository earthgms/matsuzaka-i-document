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092" autoAdjust="0"/>
    <p:restoredTop sz="94660"/>
  </p:normalViewPr>
  <p:slideViewPr>
    <p:cSldViewPr>
      <p:cViewPr varScale="1">
        <p:scale>
          <a:sx n="90" d="100"/>
          <a:sy n="90" d="100"/>
        </p:scale>
        <p:origin x="-1426" y="-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smtClean="0"/>
              <a:t>Drawings for L1IsDesign.docx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 smtClean="0"/>
              <a:t>This file contains drawings which are used as figures in L1IsDesign.docx</a:t>
            </a:r>
            <a:endParaRPr lang="en-GB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123728" y="1268760"/>
            <a:ext cx="4752528" cy="86409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smtClean="0">
                <a:solidFill>
                  <a:schemeClr val="tx1"/>
                </a:solidFill>
              </a:rPr>
              <a:t>Data for Sequence Number 0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123728" y="2132856"/>
            <a:ext cx="4752528" cy="86409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smtClean="0">
                <a:solidFill>
                  <a:schemeClr val="tx1"/>
                </a:solidFill>
              </a:rPr>
              <a:t>Data for Sequence Number 1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872680" y="836712"/>
            <a:ext cx="9334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Address</a:t>
            </a:r>
            <a:endParaRPr lang="en-GB" dirty="0"/>
          </a:p>
        </p:txBody>
      </p:sp>
      <p:sp>
        <p:nvSpPr>
          <p:cNvPr id="9" name="TextBox 8"/>
          <p:cNvSpPr txBox="1"/>
          <p:nvPr/>
        </p:nvSpPr>
        <p:spPr>
          <a:xfrm>
            <a:off x="6872680" y="1124744"/>
            <a:ext cx="752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0x000</a:t>
            </a:r>
            <a:endParaRPr lang="en-GB" dirty="0"/>
          </a:p>
        </p:txBody>
      </p:sp>
      <p:sp>
        <p:nvSpPr>
          <p:cNvPr id="10" name="TextBox 9"/>
          <p:cNvSpPr txBox="1"/>
          <p:nvPr/>
        </p:nvSpPr>
        <p:spPr>
          <a:xfrm>
            <a:off x="6872680" y="1835532"/>
            <a:ext cx="7409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0x01F</a:t>
            </a:r>
            <a:endParaRPr lang="en-GB" dirty="0"/>
          </a:p>
        </p:txBody>
      </p:sp>
      <p:sp>
        <p:nvSpPr>
          <p:cNvPr id="11" name="TextBox 10"/>
          <p:cNvSpPr txBox="1"/>
          <p:nvPr/>
        </p:nvSpPr>
        <p:spPr>
          <a:xfrm>
            <a:off x="6872680" y="2016000"/>
            <a:ext cx="752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0x020</a:t>
            </a:r>
            <a:endParaRPr lang="en-GB" dirty="0"/>
          </a:p>
        </p:txBody>
      </p:sp>
      <p:sp>
        <p:nvSpPr>
          <p:cNvPr id="12" name="TextBox 11"/>
          <p:cNvSpPr txBox="1"/>
          <p:nvPr/>
        </p:nvSpPr>
        <p:spPr>
          <a:xfrm>
            <a:off x="6872680" y="2699628"/>
            <a:ext cx="7409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0x03F</a:t>
            </a:r>
            <a:endParaRPr lang="en-GB" dirty="0"/>
          </a:p>
        </p:txBody>
      </p:sp>
      <p:sp>
        <p:nvSpPr>
          <p:cNvPr id="13" name="Rectangle 12"/>
          <p:cNvSpPr/>
          <p:nvPr/>
        </p:nvSpPr>
        <p:spPr>
          <a:xfrm>
            <a:off x="2123728" y="2996208"/>
            <a:ext cx="4752528" cy="86409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smtClean="0">
                <a:solidFill>
                  <a:schemeClr val="tx1"/>
                </a:solidFill>
              </a:rPr>
              <a:t>Etc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872680" y="2852936"/>
            <a:ext cx="752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0x040</a:t>
            </a:r>
            <a:endParaRPr lang="en-GB" dirty="0"/>
          </a:p>
        </p:txBody>
      </p:sp>
      <p:sp>
        <p:nvSpPr>
          <p:cNvPr id="16" name="Rectangle 15"/>
          <p:cNvSpPr/>
          <p:nvPr/>
        </p:nvSpPr>
        <p:spPr>
          <a:xfrm>
            <a:off x="2123728" y="3860304"/>
            <a:ext cx="4752528" cy="86409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smtClean="0">
                <a:solidFill>
                  <a:schemeClr val="tx1"/>
                </a:solidFill>
              </a:rPr>
              <a:t>Data for Sequence Number 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2680" y="3717032"/>
            <a:ext cx="747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0x3E0</a:t>
            </a:r>
            <a:endParaRPr lang="en-GB" dirty="0"/>
          </a:p>
        </p:txBody>
      </p:sp>
      <p:sp>
        <p:nvSpPr>
          <p:cNvPr id="19" name="TextBox 18"/>
          <p:cNvSpPr txBox="1"/>
          <p:nvPr/>
        </p:nvSpPr>
        <p:spPr>
          <a:xfrm>
            <a:off x="6872680" y="4419600"/>
            <a:ext cx="729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0x3FF</a:t>
            </a:r>
            <a:endParaRPr lang="en-GB" dirty="0"/>
          </a:p>
        </p:txBody>
      </p:sp>
      <p:sp>
        <p:nvSpPr>
          <p:cNvPr id="15" name="TextBox 14"/>
          <p:cNvSpPr txBox="1"/>
          <p:nvPr/>
        </p:nvSpPr>
        <p:spPr>
          <a:xfrm>
            <a:off x="3851771" y="381000"/>
            <a:ext cx="14404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ROM LAYOUT</a:t>
            </a:r>
            <a:endParaRPr lang="en-GB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Straight Connector 40"/>
          <p:cNvCxnSpPr/>
          <p:nvPr/>
        </p:nvCxnSpPr>
        <p:spPr>
          <a:xfrm>
            <a:off x="2724600" y="1295400"/>
            <a:ext cx="0" cy="2592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3444600" y="1295400"/>
            <a:ext cx="0" cy="2592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>
            <a:off x="4164600" y="1295400"/>
            <a:ext cx="0" cy="2592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4884600" y="1295400"/>
            <a:ext cx="0" cy="2592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>
            <a:off x="5604600" y="1295400"/>
            <a:ext cx="0" cy="2592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2724600" y="16002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>
            <a:off x="27246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30846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>
            <a:off x="3084600" y="19602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>
            <a:off x="3444600" y="16002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>
            <a:off x="34446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>
            <a:off x="38046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>
            <a:off x="3804600" y="19602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>
            <a:off x="4164600" y="16002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41646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>
            <a:off x="45246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>
            <a:off x="4524600" y="19602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/>
          <p:nvPr/>
        </p:nvCxnSpPr>
        <p:spPr>
          <a:xfrm>
            <a:off x="4884600" y="16002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>
            <a:off x="48846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>
            <a:off x="52446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>
            <a:off x="5244600" y="19602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>
            <a:off x="56046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2032746" y="1600200"/>
            <a:ext cx="7284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CLOCK</a:t>
            </a:r>
            <a:endParaRPr lang="en-GB" sz="1600" dirty="0"/>
          </a:p>
        </p:txBody>
      </p:sp>
      <p:sp>
        <p:nvSpPr>
          <p:cNvPr id="54" name="TextBox 53"/>
          <p:cNvSpPr txBox="1"/>
          <p:nvPr/>
        </p:nvSpPr>
        <p:spPr>
          <a:xfrm>
            <a:off x="1052029" y="2163178"/>
            <a:ext cx="17091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SELECT &lt;SOURCE&gt;</a:t>
            </a:r>
            <a:endParaRPr lang="en-GB" sz="1600" dirty="0"/>
          </a:p>
        </p:txBody>
      </p:sp>
      <p:sp>
        <p:nvSpPr>
          <p:cNvPr id="56" name="TextBox 55"/>
          <p:cNvSpPr txBox="1"/>
          <p:nvPr/>
        </p:nvSpPr>
        <p:spPr>
          <a:xfrm>
            <a:off x="609600" y="3298046"/>
            <a:ext cx="21515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SELECT &lt;DESTINATION&gt;</a:t>
            </a:r>
            <a:endParaRPr lang="en-GB" sz="1600" dirty="0"/>
          </a:p>
        </p:txBody>
      </p:sp>
      <p:cxnSp>
        <p:nvCxnSpPr>
          <p:cNvPr id="63" name="Straight Connector 62"/>
          <p:cNvCxnSpPr/>
          <p:nvPr/>
        </p:nvCxnSpPr>
        <p:spPr>
          <a:xfrm>
            <a:off x="2724600" y="2514600"/>
            <a:ext cx="7812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>
            <a:off x="3505200" y="21546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>
            <a:off x="4946400" y="21546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>
            <a:off x="3505200" y="2159000"/>
            <a:ext cx="144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>
            <a:off x="4946400" y="2514600"/>
            <a:ext cx="6588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/>
          <p:nvPr/>
        </p:nvCxnSpPr>
        <p:spPr>
          <a:xfrm>
            <a:off x="2724000" y="3636600"/>
            <a:ext cx="15012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/>
          <p:cNvCxnSpPr/>
          <p:nvPr/>
        </p:nvCxnSpPr>
        <p:spPr>
          <a:xfrm>
            <a:off x="4225200" y="32766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/>
          <p:cNvCxnSpPr/>
          <p:nvPr/>
        </p:nvCxnSpPr>
        <p:spPr>
          <a:xfrm>
            <a:off x="4225200" y="3276600"/>
            <a:ext cx="72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/>
          <p:nvPr/>
        </p:nvCxnSpPr>
        <p:spPr>
          <a:xfrm>
            <a:off x="4945800" y="32766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/>
          <p:cNvCxnSpPr/>
          <p:nvPr/>
        </p:nvCxnSpPr>
        <p:spPr>
          <a:xfrm>
            <a:off x="4945800" y="3636600"/>
            <a:ext cx="6588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/>
          <p:nvPr/>
        </p:nvCxnSpPr>
        <p:spPr>
          <a:xfrm>
            <a:off x="2724600" y="1295400"/>
            <a:ext cx="720000" cy="0"/>
          </a:xfrm>
          <a:prstGeom prst="straightConnector1">
            <a:avLst/>
          </a:prstGeom>
          <a:ln>
            <a:headEnd type="arrow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/>
          <p:cNvCxnSpPr/>
          <p:nvPr/>
        </p:nvCxnSpPr>
        <p:spPr>
          <a:xfrm>
            <a:off x="3444600" y="1295400"/>
            <a:ext cx="720000" cy="0"/>
          </a:xfrm>
          <a:prstGeom prst="straightConnector1">
            <a:avLst/>
          </a:prstGeom>
          <a:ln>
            <a:headEnd type="arrow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/>
          <p:cNvCxnSpPr/>
          <p:nvPr/>
        </p:nvCxnSpPr>
        <p:spPr>
          <a:xfrm>
            <a:off x="4164600" y="1295400"/>
            <a:ext cx="720000" cy="0"/>
          </a:xfrm>
          <a:prstGeom prst="straightConnector1">
            <a:avLst/>
          </a:prstGeom>
          <a:ln>
            <a:headEnd type="arrow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/>
          <p:cNvCxnSpPr/>
          <p:nvPr/>
        </p:nvCxnSpPr>
        <p:spPr>
          <a:xfrm>
            <a:off x="4884600" y="1295400"/>
            <a:ext cx="720000" cy="0"/>
          </a:xfrm>
          <a:prstGeom prst="straightConnector1">
            <a:avLst/>
          </a:prstGeom>
          <a:ln>
            <a:headEnd type="arrow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2111614" y="2700867"/>
            <a:ext cx="64953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DBUS</a:t>
            </a:r>
            <a:endParaRPr lang="en-GB" sz="1600" dirty="0"/>
          </a:p>
        </p:txBody>
      </p:sp>
      <p:cxnSp>
        <p:nvCxnSpPr>
          <p:cNvPr id="94" name="Straight Connector 93"/>
          <p:cNvCxnSpPr/>
          <p:nvPr/>
        </p:nvCxnSpPr>
        <p:spPr>
          <a:xfrm>
            <a:off x="2724600" y="2898000"/>
            <a:ext cx="842400" cy="0"/>
          </a:xfrm>
          <a:prstGeom prst="line">
            <a:avLst/>
          </a:prstGeom>
          <a:ln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/>
          <p:cNvCxnSpPr/>
          <p:nvPr/>
        </p:nvCxnSpPr>
        <p:spPr>
          <a:xfrm>
            <a:off x="3567000" y="27178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/>
          <p:cNvCxnSpPr/>
          <p:nvPr/>
        </p:nvCxnSpPr>
        <p:spPr>
          <a:xfrm>
            <a:off x="3567000" y="3077800"/>
            <a:ext cx="144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/>
          <p:cNvCxnSpPr/>
          <p:nvPr/>
        </p:nvCxnSpPr>
        <p:spPr>
          <a:xfrm>
            <a:off x="3567000" y="2717800"/>
            <a:ext cx="144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/>
          <p:cNvCxnSpPr/>
          <p:nvPr/>
        </p:nvCxnSpPr>
        <p:spPr>
          <a:xfrm>
            <a:off x="5007000" y="27178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/>
          <p:cNvCxnSpPr/>
          <p:nvPr/>
        </p:nvCxnSpPr>
        <p:spPr>
          <a:xfrm>
            <a:off x="5007000" y="2898000"/>
            <a:ext cx="597600" cy="0"/>
          </a:xfrm>
          <a:prstGeom prst="line">
            <a:avLst/>
          </a:prstGeom>
          <a:ln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2888352" y="990600"/>
            <a:ext cx="3882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T0</a:t>
            </a:r>
            <a:endParaRPr lang="en-GB" sz="1600" dirty="0"/>
          </a:p>
        </p:txBody>
      </p:sp>
      <p:sp>
        <p:nvSpPr>
          <p:cNvPr id="101" name="TextBox 100"/>
          <p:cNvSpPr txBox="1"/>
          <p:nvPr/>
        </p:nvSpPr>
        <p:spPr>
          <a:xfrm>
            <a:off x="3605568" y="990600"/>
            <a:ext cx="3882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T1</a:t>
            </a:r>
            <a:endParaRPr lang="en-GB" sz="1600" dirty="0"/>
          </a:p>
        </p:txBody>
      </p:sp>
      <p:sp>
        <p:nvSpPr>
          <p:cNvPr id="102" name="TextBox 101"/>
          <p:cNvSpPr txBox="1"/>
          <p:nvPr/>
        </p:nvSpPr>
        <p:spPr>
          <a:xfrm>
            <a:off x="4322784" y="990600"/>
            <a:ext cx="3882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T2</a:t>
            </a:r>
            <a:endParaRPr lang="en-GB" sz="1600" dirty="0"/>
          </a:p>
        </p:txBody>
      </p:sp>
      <p:sp>
        <p:nvSpPr>
          <p:cNvPr id="103" name="TextBox 102"/>
          <p:cNvSpPr txBox="1"/>
          <p:nvPr/>
        </p:nvSpPr>
        <p:spPr>
          <a:xfrm>
            <a:off x="5040000" y="990600"/>
            <a:ext cx="3882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T3</a:t>
            </a:r>
            <a:endParaRPr lang="en-GB" sz="1600" dirty="0"/>
          </a:p>
        </p:txBody>
      </p:sp>
      <p:sp>
        <p:nvSpPr>
          <p:cNvPr id="104" name="TextBox 103"/>
          <p:cNvSpPr txBox="1"/>
          <p:nvPr/>
        </p:nvSpPr>
        <p:spPr>
          <a:xfrm>
            <a:off x="2827553" y="2764800"/>
            <a:ext cx="6014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dirty="0" smtClean="0"/>
              <a:t>Floating</a:t>
            </a:r>
            <a:endParaRPr lang="en-GB" sz="1000" dirty="0"/>
          </a:p>
        </p:txBody>
      </p:sp>
      <p:sp>
        <p:nvSpPr>
          <p:cNvPr id="105" name="TextBox 104"/>
          <p:cNvSpPr txBox="1"/>
          <p:nvPr/>
        </p:nvSpPr>
        <p:spPr>
          <a:xfrm>
            <a:off x="5037353" y="2764800"/>
            <a:ext cx="6014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dirty="0" smtClean="0"/>
              <a:t>Floating</a:t>
            </a:r>
            <a:endParaRPr lang="en-GB" sz="1000" dirty="0"/>
          </a:p>
        </p:txBody>
      </p:sp>
      <p:sp>
        <p:nvSpPr>
          <p:cNvPr id="106" name="TextBox 105"/>
          <p:cNvSpPr txBox="1"/>
          <p:nvPr/>
        </p:nvSpPr>
        <p:spPr>
          <a:xfrm>
            <a:off x="3970553" y="2764800"/>
            <a:ext cx="7008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dirty="0" smtClean="0"/>
              <a:t>Data valid</a:t>
            </a:r>
            <a:endParaRPr lang="en-GB" sz="1000" dirty="0"/>
          </a:p>
        </p:txBody>
      </p:sp>
      <p:sp>
        <p:nvSpPr>
          <p:cNvPr id="55" name="TextBox 54"/>
          <p:cNvSpPr txBox="1"/>
          <p:nvPr/>
        </p:nvSpPr>
        <p:spPr>
          <a:xfrm>
            <a:off x="3126412" y="304800"/>
            <a:ext cx="28911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DATA BUS TRANSFER TIMING</a:t>
            </a:r>
            <a:endParaRPr lang="en-GB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Straight Connector 40"/>
          <p:cNvCxnSpPr/>
          <p:nvPr/>
        </p:nvCxnSpPr>
        <p:spPr>
          <a:xfrm>
            <a:off x="3935400" y="1295400"/>
            <a:ext cx="0" cy="3132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4655400" y="1295400"/>
            <a:ext cx="0" cy="3132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>
            <a:off x="5375400" y="1295400"/>
            <a:ext cx="0" cy="3132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6095400" y="1295400"/>
            <a:ext cx="0" cy="3132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3935400" y="16002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>
            <a:off x="39354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42954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>
            <a:off x="4295400" y="19602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>
            <a:off x="4655400" y="16002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>
            <a:off x="46554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>
            <a:off x="50154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>
            <a:off x="5015400" y="19602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>
            <a:off x="5375400" y="16002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53754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>
            <a:off x="57354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>
            <a:off x="5735400" y="19602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>
            <a:off x="60954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2539795" y="1615440"/>
            <a:ext cx="7284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CLOCK</a:t>
            </a:r>
            <a:endParaRPr lang="en-GB" sz="1600" dirty="0"/>
          </a:p>
        </p:txBody>
      </p:sp>
      <p:sp>
        <p:nvSpPr>
          <p:cNvPr id="54" name="TextBox 53"/>
          <p:cNvSpPr txBox="1"/>
          <p:nvPr/>
        </p:nvSpPr>
        <p:spPr>
          <a:xfrm>
            <a:off x="2290047" y="2164080"/>
            <a:ext cx="9781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SEQ_END</a:t>
            </a:r>
            <a:endParaRPr lang="en-GB" sz="1600" dirty="0"/>
          </a:p>
        </p:txBody>
      </p:sp>
      <p:cxnSp>
        <p:nvCxnSpPr>
          <p:cNvPr id="63" name="Straight Connector 62"/>
          <p:cNvCxnSpPr/>
          <p:nvPr/>
        </p:nvCxnSpPr>
        <p:spPr>
          <a:xfrm>
            <a:off x="3216000" y="2514600"/>
            <a:ext cx="7812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>
            <a:off x="3996600" y="21546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>
            <a:off x="4716600" y="21546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>
            <a:off x="3996600" y="2159000"/>
            <a:ext cx="72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>
            <a:off x="4716600" y="2514600"/>
            <a:ext cx="13788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/>
          <p:nvPr/>
        </p:nvCxnSpPr>
        <p:spPr>
          <a:xfrm>
            <a:off x="3935400" y="1295400"/>
            <a:ext cx="720000" cy="0"/>
          </a:xfrm>
          <a:prstGeom prst="straightConnector1">
            <a:avLst/>
          </a:prstGeom>
          <a:ln>
            <a:headEnd type="arrow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/>
          <p:cNvCxnSpPr/>
          <p:nvPr/>
        </p:nvCxnSpPr>
        <p:spPr>
          <a:xfrm>
            <a:off x="4655400" y="1295400"/>
            <a:ext cx="720000" cy="0"/>
          </a:xfrm>
          <a:prstGeom prst="straightConnector1">
            <a:avLst/>
          </a:prstGeom>
          <a:ln>
            <a:headEnd type="arrow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/>
          <p:cNvCxnSpPr/>
          <p:nvPr/>
        </p:nvCxnSpPr>
        <p:spPr>
          <a:xfrm>
            <a:off x="5375400" y="1295400"/>
            <a:ext cx="720000" cy="0"/>
          </a:xfrm>
          <a:prstGeom prst="straightConnector1">
            <a:avLst/>
          </a:prstGeom>
          <a:ln>
            <a:headEnd type="arrow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4169684" y="990600"/>
            <a:ext cx="3177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N</a:t>
            </a:r>
            <a:endParaRPr lang="en-GB" sz="1600" dirty="0"/>
          </a:p>
        </p:txBody>
      </p:sp>
      <p:sp>
        <p:nvSpPr>
          <p:cNvPr id="101" name="TextBox 100"/>
          <p:cNvSpPr txBox="1"/>
          <p:nvPr/>
        </p:nvSpPr>
        <p:spPr>
          <a:xfrm>
            <a:off x="4909738" y="990600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0</a:t>
            </a:r>
            <a:endParaRPr lang="en-GB" sz="1600" dirty="0"/>
          </a:p>
        </p:txBody>
      </p:sp>
      <p:sp>
        <p:nvSpPr>
          <p:cNvPr id="102" name="TextBox 101"/>
          <p:cNvSpPr txBox="1"/>
          <p:nvPr/>
        </p:nvSpPr>
        <p:spPr>
          <a:xfrm>
            <a:off x="5620938" y="990600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1</a:t>
            </a:r>
            <a:endParaRPr lang="en-GB" sz="1600" dirty="0"/>
          </a:p>
        </p:txBody>
      </p:sp>
      <p:sp>
        <p:nvSpPr>
          <p:cNvPr id="55" name="TextBox 54"/>
          <p:cNvSpPr txBox="1"/>
          <p:nvPr/>
        </p:nvSpPr>
        <p:spPr>
          <a:xfrm>
            <a:off x="2684194" y="1066800"/>
            <a:ext cx="5840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STEP</a:t>
            </a:r>
            <a:endParaRPr lang="en-GB" sz="1600" dirty="0"/>
          </a:p>
        </p:txBody>
      </p:sp>
      <p:sp>
        <p:nvSpPr>
          <p:cNvPr id="68" name="TextBox 67"/>
          <p:cNvSpPr txBox="1"/>
          <p:nvPr/>
        </p:nvSpPr>
        <p:spPr>
          <a:xfrm>
            <a:off x="2472789" y="2712720"/>
            <a:ext cx="7954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INC_PC</a:t>
            </a:r>
          </a:p>
        </p:txBody>
      </p:sp>
      <p:cxnSp>
        <p:nvCxnSpPr>
          <p:cNvPr id="69" name="Straight Connector 68"/>
          <p:cNvCxnSpPr/>
          <p:nvPr/>
        </p:nvCxnSpPr>
        <p:spPr>
          <a:xfrm>
            <a:off x="3216000" y="3078000"/>
            <a:ext cx="7812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>
            <a:off x="3988800" y="27180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>
            <a:off x="4708800" y="27180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>
            <a:off x="3988800" y="2718000"/>
            <a:ext cx="72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/>
          <p:cNvCxnSpPr/>
          <p:nvPr/>
        </p:nvCxnSpPr>
        <p:spPr>
          <a:xfrm>
            <a:off x="4708800" y="3078000"/>
            <a:ext cx="13788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/>
          <p:nvPr/>
        </p:nvCxnSpPr>
        <p:spPr>
          <a:xfrm>
            <a:off x="3216000" y="1295400"/>
            <a:ext cx="0" cy="3132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/>
          <p:cNvCxnSpPr/>
          <p:nvPr/>
        </p:nvCxnSpPr>
        <p:spPr>
          <a:xfrm>
            <a:off x="3216000" y="1295400"/>
            <a:ext cx="720000" cy="0"/>
          </a:xfrm>
          <a:prstGeom prst="straightConnector1">
            <a:avLst/>
          </a:prstGeom>
          <a:ln>
            <a:headEnd type="arrow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3317172" y="990600"/>
            <a:ext cx="4844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N-1</a:t>
            </a:r>
            <a:endParaRPr lang="en-GB" sz="1600" dirty="0"/>
          </a:p>
        </p:txBody>
      </p:sp>
      <p:cxnSp>
        <p:nvCxnSpPr>
          <p:cNvPr id="82" name="Straight Connector 81"/>
          <p:cNvCxnSpPr/>
          <p:nvPr/>
        </p:nvCxnSpPr>
        <p:spPr>
          <a:xfrm>
            <a:off x="3216000" y="16002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/>
          <p:cNvCxnSpPr/>
          <p:nvPr/>
        </p:nvCxnSpPr>
        <p:spPr>
          <a:xfrm>
            <a:off x="32160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/>
          <p:cNvCxnSpPr/>
          <p:nvPr/>
        </p:nvCxnSpPr>
        <p:spPr>
          <a:xfrm>
            <a:off x="35760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/>
          <p:nvPr/>
        </p:nvCxnSpPr>
        <p:spPr>
          <a:xfrm>
            <a:off x="3576000" y="19602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/>
          <p:cNvCxnSpPr/>
          <p:nvPr/>
        </p:nvCxnSpPr>
        <p:spPr>
          <a:xfrm>
            <a:off x="3216000" y="3636000"/>
            <a:ext cx="842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/>
          <p:cNvCxnSpPr/>
          <p:nvPr/>
        </p:nvCxnSpPr>
        <p:spPr>
          <a:xfrm>
            <a:off x="3216000" y="3276000"/>
            <a:ext cx="842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/>
          <p:cNvCxnSpPr/>
          <p:nvPr/>
        </p:nvCxnSpPr>
        <p:spPr>
          <a:xfrm>
            <a:off x="4058400" y="32760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2370390" y="3261360"/>
            <a:ext cx="8978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OPCODE</a:t>
            </a:r>
            <a:endParaRPr lang="en-GB" sz="1600" dirty="0" smtClean="0"/>
          </a:p>
        </p:txBody>
      </p:sp>
      <p:sp>
        <p:nvSpPr>
          <p:cNvPr id="108" name="TextBox 107"/>
          <p:cNvSpPr txBox="1"/>
          <p:nvPr/>
        </p:nvSpPr>
        <p:spPr>
          <a:xfrm>
            <a:off x="3584244" y="3312000"/>
            <a:ext cx="4459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 smtClean="0"/>
              <a:t>OLD</a:t>
            </a:r>
            <a:endParaRPr lang="en-GB" sz="1200" dirty="0"/>
          </a:p>
        </p:txBody>
      </p:sp>
      <p:cxnSp>
        <p:nvCxnSpPr>
          <p:cNvPr id="109" name="Straight Connector 108"/>
          <p:cNvCxnSpPr/>
          <p:nvPr/>
        </p:nvCxnSpPr>
        <p:spPr>
          <a:xfrm>
            <a:off x="4058400" y="3276000"/>
            <a:ext cx="2037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/>
          <p:nvPr/>
        </p:nvCxnSpPr>
        <p:spPr>
          <a:xfrm>
            <a:off x="4058400" y="3636000"/>
            <a:ext cx="2037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/>
          <p:cNvSpPr txBox="1"/>
          <p:nvPr/>
        </p:nvSpPr>
        <p:spPr>
          <a:xfrm>
            <a:off x="4106400" y="3312000"/>
            <a:ext cx="4956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 smtClean="0"/>
              <a:t>NEW</a:t>
            </a:r>
            <a:endParaRPr lang="en-GB" sz="1200" dirty="0"/>
          </a:p>
        </p:txBody>
      </p:sp>
      <p:sp>
        <p:nvSpPr>
          <p:cNvPr id="112" name="TextBox 111"/>
          <p:cNvSpPr txBox="1"/>
          <p:nvPr/>
        </p:nvSpPr>
        <p:spPr>
          <a:xfrm>
            <a:off x="2766139" y="3810000"/>
            <a:ext cx="50206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OLS</a:t>
            </a:r>
            <a:endParaRPr lang="en-GB" sz="1600" dirty="0"/>
          </a:p>
        </p:txBody>
      </p:sp>
      <p:cxnSp>
        <p:nvCxnSpPr>
          <p:cNvPr id="113" name="Straight Connector 112"/>
          <p:cNvCxnSpPr/>
          <p:nvPr/>
        </p:nvCxnSpPr>
        <p:spPr>
          <a:xfrm>
            <a:off x="3216000" y="4194000"/>
            <a:ext cx="11412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4357200" y="38340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4357200" y="38340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/>
          <p:cNvCxnSpPr/>
          <p:nvPr/>
        </p:nvCxnSpPr>
        <p:spPr>
          <a:xfrm>
            <a:off x="4717200" y="38340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/>
          <p:cNvCxnSpPr/>
          <p:nvPr/>
        </p:nvCxnSpPr>
        <p:spPr>
          <a:xfrm>
            <a:off x="4717200" y="4194000"/>
            <a:ext cx="13788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3155779" y="381000"/>
            <a:ext cx="2832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SEQUENCE CHANGE TIMING</a:t>
            </a:r>
            <a:endParaRPr lang="en-GB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Straight Connector 40"/>
          <p:cNvCxnSpPr/>
          <p:nvPr/>
        </p:nvCxnSpPr>
        <p:spPr>
          <a:xfrm>
            <a:off x="2724600" y="1295400"/>
            <a:ext cx="0" cy="3132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3444600" y="1295400"/>
            <a:ext cx="0" cy="3132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>
            <a:off x="4164600" y="1295400"/>
            <a:ext cx="0" cy="3132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4884600" y="1295400"/>
            <a:ext cx="0" cy="3132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2724600" y="16002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>
            <a:off x="27246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30846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>
            <a:off x="3084600" y="19602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>
            <a:off x="3444600" y="16002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>
            <a:off x="34446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>
            <a:off x="38046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>
            <a:off x="3804600" y="19602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>
            <a:off x="4164600" y="16002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41646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>
            <a:off x="45246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>
            <a:off x="4524600" y="19602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>
            <a:off x="48846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328995" y="1619250"/>
            <a:ext cx="7284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CLOCK</a:t>
            </a:r>
            <a:endParaRPr lang="en-GB" sz="1600" dirty="0"/>
          </a:p>
        </p:txBody>
      </p:sp>
      <p:sp>
        <p:nvSpPr>
          <p:cNvPr id="54" name="TextBox 53"/>
          <p:cNvSpPr txBox="1"/>
          <p:nvPr/>
        </p:nvSpPr>
        <p:spPr>
          <a:xfrm>
            <a:off x="1366570" y="2171700"/>
            <a:ext cx="6908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RESET</a:t>
            </a:r>
            <a:endParaRPr lang="en-GB" sz="1600" dirty="0"/>
          </a:p>
        </p:txBody>
      </p:sp>
      <p:cxnSp>
        <p:nvCxnSpPr>
          <p:cNvPr id="65" name="Straight Connector 64"/>
          <p:cNvCxnSpPr/>
          <p:nvPr/>
        </p:nvCxnSpPr>
        <p:spPr>
          <a:xfrm>
            <a:off x="3505800" y="21546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>
            <a:off x="2005200" y="2159000"/>
            <a:ext cx="15012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>
            <a:off x="3505800" y="2514600"/>
            <a:ext cx="13788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/>
          <p:nvPr/>
        </p:nvCxnSpPr>
        <p:spPr>
          <a:xfrm>
            <a:off x="2724600" y="1295400"/>
            <a:ext cx="720000" cy="0"/>
          </a:xfrm>
          <a:prstGeom prst="straightConnector1">
            <a:avLst/>
          </a:prstGeom>
          <a:ln>
            <a:headEnd type="arrow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/>
          <p:cNvCxnSpPr/>
          <p:nvPr/>
        </p:nvCxnSpPr>
        <p:spPr>
          <a:xfrm>
            <a:off x="3444600" y="1295400"/>
            <a:ext cx="720000" cy="0"/>
          </a:xfrm>
          <a:prstGeom prst="straightConnector1">
            <a:avLst/>
          </a:prstGeom>
          <a:ln>
            <a:headEnd type="arrow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/>
          <p:cNvCxnSpPr/>
          <p:nvPr/>
        </p:nvCxnSpPr>
        <p:spPr>
          <a:xfrm>
            <a:off x="4164600" y="1295400"/>
            <a:ext cx="720000" cy="0"/>
          </a:xfrm>
          <a:prstGeom prst="straightConnector1">
            <a:avLst/>
          </a:prstGeom>
          <a:ln>
            <a:headEnd type="arrow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2943246" y="990600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0</a:t>
            </a:r>
            <a:endParaRPr lang="en-GB" sz="1600" dirty="0"/>
          </a:p>
        </p:txBody>
      </p:sp>
      <p:sp>
        <p:nvSpPr>
          <p:cNvPr id="101" name="TextBox 100"/>
          <p:cNvSpPr txBox="1"/>
          <p:nvPr/>
        </p:nvSpPr>
        <p:spPr>
          <a:xfrm>
            <a:off x="3676692" y="990600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0</a:t>
            </a:r>
            <a:endParaRPr lang="en-GB" sz="1600" dirty="0"/>
          </a:p>
        </p:txBody>
      </p:sp>
      <p:sp>
        <p:nvSpPr>
          <p:cNvPr id="102" name="TextBox 101"/>
          <p:cNvSpPr txBox="1"/>
          <p:nvPr/>
        </p:nvSpPr>
        <p:spPr>
          <a:xfrm>
            <a:off x="4410138" y="990600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1</a:t>
            </a:r>
            <a:endParaRPr lang="en-GB" sz="1600" dirty="0"/>
          </a:p>
        </p:txBody>
      </p:sp>
      <p:sp>
        <p:nvSpPr>
          <p:cNvPr id="55" name="TextBox 54"/>
          <p:cNvSpPr txBox="1"/>
          <p:nvPr/>
        </p:nvSpPr>
        <p:spPr>
          <a:xfrm>
            <a:off x="1473394" y="1066800"/>
            <a:ext cx="5840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STEP</a:t>
            </a:r>
            <a:endParaRPr lang="en-GB" sz="1600" dirty="0"/>
          </a:p>
        </p:txBody>
      </p:sp>
      <p:cxnSp>
        <p:nvCxnSpPr>
          <p:cNvPr id="79" name="Straight Connector 78"/>
          <p:cNvCxnSpPr/>
          <p:nvPr/>
        </p:nvCxnSpPr>
        <p:spPr>
          <a:xfrm>
            <a:off x="2005200" y="1295400"/>
            <a:ext cx="0" cy="3132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/>
          <p:cNvCxnSpPr/>
          <p:nvPr/>
        </p:nvCxnSpPr>
        <p:spPr>
          <a:xfrm>
            <a:off x="2005200" y="1295400"/>
            <a:ext cx="720000" cy="0"/>
          </a:xfrm>
          <a:prstGeom prst="straightConnector1">
            <a:avLst/>
          </a:prstGeom>
          <a:ln>
            <a:headEnd type="arrow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209800" y="990600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0</a:t>
            </a:r>
            <a:endParaRPr lang="en-GB" sz="1600" dirty="0"/>
          </a:p>
        </p:txBody>
      </p:sp>
      <p:cxnSp>
        <p:nvCxnSpPr>
          <p:cNvPr id="82" name="Straight Connector 81"/>
          <p:cNvCxnSpPr/>
          <p:nvPr/>
        </p:nvCxnSpPr>
        <p:spPr>
          <a:xfrm>
            <a:off x="2005200" y="16002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/>
          <p:cNvCxnSpPr/>
          <p:nvPr/>
        </p:nvCxnSpPr>
        <p:spPr>
          <a:xfrm>
            <a:off x="20052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/>
          <p:cNvCxnSpPr/>
          <p:nvPr/>
        </p:nvCxnSpPr>
        <p:spPr>
          <a:xfrm>
            <a:off x="23652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/>
          <p:nvPr/>
        </p:nvCxnSpPr>
        <p:spPr>
          <a:xfrm>
            <a:off x="2365200" y="19602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/>
          <p:cNvCxnSpPr/>
          <p:nvPr/>
        </p:nvCxnSpPr>
        <p:spPr>
          <a:xfrm>
            <a:off x="2005200" y="3078000"/>
            <a:ext cx="842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/>
          <p:cNvCxnSpPr/>
          <p:nvPr/>
        </p:nvCxnSpPr>
        <p:spPr>
          <a:xfrm>
            <a:off x="2005200" y="2718000"/>
            <a:ext cx="842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1159590" y="2724150"/>
            <a:ext cx="8978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OPCODE</a:t>
            </a:r>
            <a:endParaRPr lang="en-GB" sz="1600" dirty="0" smtClean="0"/>
          </a:p>
        </p:txBody>
      </p:sp>
      <p:cxnSp>
        <p:nvCxnSpPr>
          <p:cNvPr id="109" name="Straight Connector 108"/>
          <p:cNvCxnSpPr/>
          <p:nvPr/>
        </p:nvCxnSpPr>
        <p:spPr>
          <a:xfrm>
            <a:off x="2847600" y="2718000"/>
            <a:ext cx="2037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/>
          <p:nvPr/>
        </p:nvCxnSpPr>
        <p:spPr>
          <a:xfrm>
            <a:off x="2847600" y="3078000"/>
            <a:ext cx="2037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/>
          <p:cNvSpPr txBox="1"/>
          <p:nvPr/>
        </p:nvSpPr>
        <p:spPr>
          <a:xfrm>
            <a:off x="2209800" y="2771001"/>
            <a:ext cx="24631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 smtClean="0"/>
              <a:t>OPCODE From ROM Address 0x0000</a:t>
            </a:r>
            <a:endParaRPr lang="en-GB" sz="1200" dirty="0"/>
          </a:p>
        </p:txBody>
      </p:sp>
      <p:sp>
        <p:nvSpPr>
          <p:cNvPr id="112" name="TextBox 111"/>
          <p:cNvSpPr txBox="1"/>
          <p:nvPr/>
        </p:nvSpPr>
        <p:spPr>
          <a:xfrm>
            <a:off x="1555339" y="3276600"/>
            <a:ext cx="50206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OLS</a:t>
            </a:r>
            <a:endParaRPr lang="en-GB" sz="1600" dirty="0"/>
          </a:p>
        </p:txBody>
      </p:sp>
      <p:cxnSp>
        <p:nvCxnSpPr>
          <p:cNvPr id="113" name="Straight Connector 112"/>
          <p:cNvCxnSpPr/>
          <p:nvPr/>
        </p:nvCxnSpPr>
        <p:spPr>
          <a:xfrm>
            <a:off x="2005200" y="3636000"/>
            <a:ext cx="4212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3146400" y="32760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3146400" y="32760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/>
          <p:cNvCxnSpPr/>
          <p:nvPr/>
        </p:nvCxnSpPr>
        <p:spPr>
          <a:xfrm>
            <a:off x="3506400" y="32760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/>
          <p:cNvCxnSpPr/>
          <p:nvPr/>
        </p:nvCxnSpPr>
        <p:spPr>
          <a:xfrm>
            <a:off x="3506400" y="3636000"/>
            <a:ext cx="13788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2597453" y="533400"/>
            <a:ext cx="40901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INITIAL SEQUENCE (AFTER RESET) TIMING</a:t>
            </a:r>
            <a:endParaRPr lang="en-GB" dirty="0"/>
          </a:p>
        </p:txBody>
      </p:sp>
      <p:cxnSp>
        <p:nvCxnSpPr>
          <p:cNvPr id="61" name="Straight Connector 60"/>
          <p:cNvCxnSpPr/>
          <p:nvPr/>
        </p:nvCxnSpPr>
        <p:spPr>
          <a:xfrm>
            <a:off x="2426400" y="32760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2786400" y="32760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/>
          <p:nvPr/>
        </p:nvCxnSpPr>
        <p:spPr>
          <a:xfrm>
            <a:off x="2426400" y="32760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/>
          <p:cNvCxnSpPr/>
          <p:nvPr/>
        </p:nvCxnSpPr>
        <p:spPr>
          <a:xfrm>
            <a:off x="2786400" y="36360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461</TotalTime>
  <Words>98</Words>
  <Application>Microsoft Office PowerPoint</Application>
  <PresentationFormat>On-screen Show (4:3)</PresentationFormat>
  <Paragraphs>51</Paragraphs>
  <Slides>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6" baseType="lpstr">
      <vt:lpstr>Office Theme</vt:lpstr>
      <vt:lpstr>Drawings for L1IsDesign.docx</vt:lpstr>
      <vt:lpstr>Slide 2</vt:lpstr>
      <vt:lpstr>Slide 3</vt:lpstr>
      <vt:lpstr>Slide 4</vt:lpstr>
      <vt:lpstr>Slide 5</vt:lpstr>
    </vt:vector>
  </TitlesOfParts>
  <Company/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Drawings for L1IsDesign.docx</dc:title>
  <dc:creator>David</dc:creator>
  <cp:lastModifiedBy>Windows User</cp:lastModifiedBy>
  <cp:revision>6</cp:revision>
  <dcterms:created xsi:type="dcterms:W3CDTF">2006-08-16T00:00:00Z</dcterms:created>
  <dcterms:modified xsi:type="dcterms:W3CDTF">2026-07-02T15:44:25Z</dcterms:modified>
</cp:coreProperties>
</file>