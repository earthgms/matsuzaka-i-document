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92" autoAdjust="0"/>
    <p:restoredTop sz="94660"/>
  </p:normalViewPr>
  <p:slideViewPr>
    <p:cSldViewPr>
      <p:cViewPr varScale="1">
        <p:scale>
          <a:sx n="90" d="100"/>
          <a:sy n="90" d="100"/>
        </p:scale>
        <p:origin x="-1426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Drawings for L1IsDesign.docx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This file contains drawings which are used as figures in L1IsDesign.docx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123728" y="1268760"/>
            <a:ext cx="4752528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Data for Sequence Number 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23728" y="2132856"/>
            <a:ext cx="4752528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Data for Sequence Number 1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72680" y="836712"/>
            <a:ext cx="93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Address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6872680" y="1124744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0x000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6872680" y="1835532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0x01F</a:t>
            </a:r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6872680" y="201600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0x020</a:t>
            </a:r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6872680" y="2699628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0x03F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2123728" y="2996208"/>
            <a:ext cx="4752528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Etc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72680" y="2852936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0x040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2123728" y="3860304"/>
            <a:ext cx="4752528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Data for Sequence Number 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2680" y="3717032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0x3E0</a:t>
            </a:r>
            <a:endParaRPr lang="en-GB" dirty="0"/>
          </a:p>
        </p:txBody>
      </p:sp>
      <p:sp>
        <p:nvSpPr>
          <p:cNvPr id="19" name="TextBox 18"/>
          <p:cNvSpPr txBox="1"/>
          <p:nvPr/>
        </p:nvSpPr>
        <p:spPr>
          <a:xfrm>
            <a:off x="6872680" y="4419600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0x3FF</a:t>
            </a:r>
            <a:endParaRPr lang="en-GB" dirty="0"/>
          </a:p>
        </p:txBody>
      </p:sp>
      <p:sp>
        <p:nvSpPr>
          <p:cNvPr id="15" name="TextBox 14"/>
          <p:cNvSpPr txBox="1"/>
          <p:nvPr/>
        </p:nvSpPr>
        <p:spPr>
          <a:xfrm>
            <a:off x="3851771" y="381000"/>
            <a:ext cx="1440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ROM LAYOUT</a:t>
            </a: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/>
          <p:cNvCxnSpPr/>
          <p:nvPr/>
        </p:nvCxnSpPr>
        <p:spPr>
          <a:xfrm>
            <a:off x="2724600" y="1295400"/>
            <a:ext cx="0" cy="259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3444600" y="1295400"/>
            <a:ext cx="0" cy="259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4164600" y="1295400"/>
            <a:ext cx="0" cy="259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884600" y="1295400"/>
            <a:ext cx="0" cy="259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604600" y="1295400"/>
            <a:ext cx="0" cy="259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7246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72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08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0846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4446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44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80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8046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1646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16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52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5246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8846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88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24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2446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560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032746" y="1600200"/>
            <a:ext cx="728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CLOCK</a:t>
            </a:r>
            <a:endParaRPr lang="en-GB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1052029" y="2163178"/>
            <a:ext cx="17091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SELECT &lt;SOURCE&gt;</a:t>
            </a:r>
            <a:endParaRPr lang="en-GB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609600" y="3298046"/>
            <a:ext cx="21515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SELECT &lt;DESTINATION&gt;</a:t>
            </a:r>
            <a:endParaRPr lang="en-GB" sz="1600" dirty="0"/>
          </a:p>
        </p:txBody>
      </p:sp>
      <p:cxnSp>
        <p:nvCxnSpPr>
          <p:cNvPr id="63" name="Straight Connector 62"/>
          <p:cNvCxnSpPr/>
          <p:nvPr/>
        </p:nvCxnSpPr>
        <p:spPr>
          <a:xfrm>
            <a:off x="2724600" y="2159000"/>
            <a:ext cx="78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3505200" y="21546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4946400" y="21546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3505200" y="2514600"/>
            <a:ext cx="14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946400" y="2159000"/>
            <a:ext cx="65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2724000" y="3276600"/>
            <a:ext cx="150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4225200" y="32766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4225200" y="3636600"/>
            <a:ext cx="7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4945800" y="32766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4945800" y="3276600"/>
            <a:ext cx="65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27246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34446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41646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48846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111614" y="2700867"/>
            <a:ext cx="6495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DBUS</a:t>
            </a:r>
            <a:endParaRPr lang="en-GB" sz="1600" dirty="0"/>
          </a:p>
        </p:txBody>
      </p:sp>
      <p:cxnSp>
        <p:nvCxnSpPr>
          <p:cNvPr id="94" name="Straight Connector 93"/>
          <p:cNvCxnSpPr/>
          <p:nvPr/>
        </p:nvCxnSpPr>
        <p:spPr>
          <a:xfrm>
            <a:off x="2724600" y="2898000"/>
            <a:ext cx="8424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3567000" y="27178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3567000" y="3077800"/>
            <a:ext cx="14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3567000" y="2717800"/>
            <a:ext cx="14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5007000" y="27178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5007000" y="2898000"/>
            <a:ext cx="5976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888352" y="990600"/>
            <a:ext cx="388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T0</a:t>
            </a:r>
            <a:endParaRPr lang="en-GB" sz="1600" dirty="0"/>
          </a:p>
        </p:txBody>
      </p:sp>
      <p:sp>
        <p:nvSpPr>
          <p:cNvPr id="101" name="TextBox 100"/>
          <p:cNvSpPr txBox="1"/>
          <p:nvPr/>
        </p:nvSpPr>
        <p:spPr>
          <a:xfrm>
            <a:off x="3605568" y="990600"/>
            <a:ext cx="388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T1</a:t>
            </a:r>
            <a:endParaRPr lang="en-GB" sz="1600" dirty="0"/>
          </a:p>
        </p:txBody>
      </p:sp>
      <p:sp>
        <p:nvSpPr>
          <p:cNvPr id="102" name="TextBox 101"/>
          <p:cNvSpPr txBox="1"/>
          <p:nvPr/>
        </p:nvSpPr>
        <p:spPr>
          <a:xfrm>
            <a:off x="4322784" y="990600"/>
            <a:ext cx="388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T2</a:t>
            </a:r>
            <a:endParaRPr lang="en-GB" sz="1600" dirty="0"/>
          </a:p>
        </p:txBody>
      </p:sp>
      <p:sp>
        <p:nvSpPr>
          <p:cNvPr id="103" name="TextBox 102"/>
          <p:cNvSpPr txBox="1"/>
          <p:nvPr/>
        </p:nvSpPr>
        <p:spPr>
          <a:xfrm>
            <a:off x="5040000" y="990600"/>
            <a:ext cx="388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T3</a:t>
            </a:r>
            <a:endParaRPr lang="en-GB" sz="1600" dirty="0"/>
          </a:p>
        </p:txBody>
      </p:sp>
      <p:sp>
        <p:nvSpPr>
          <p:cNvPr id="104" name="TextBox 103"/>
          <p:cNvSpPr txBox="1"/>
          <p:nvPr/>
        </p:nvSpPr>
        <p:spPr>
          <a:xfrm>
            <a:off x="2827553" y="2764800"/>
            <a:ext cx="6014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Floating</a:t>
            </a:r>
            <a:endParaRPr lang="en-GB" sz="1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5037353" y="2764800"/>
            <a:ext cx="6014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Floating</a:t>
            </a:r>
            <a:endParaRPr lang="en-GB" sz="1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3970553" y="2764800"/>
            <a:ext cx="700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Data valid</a:t>
            </a:r>
            <a:endParaRPr lang="en-GB"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3126412" y="304800"/>
            <a:ext cx="2891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DATA BUS TRANSFER TIMING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/>
          <p:cNvCxnSpPr/>
          <p:nvPr/>
        </p:nvCxnSpPr>
        <p:spPr>
          <a:xfrm>
            <a:off x="39354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6554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3754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0954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9354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9354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2954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2954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554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6554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0154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0154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3754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3754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7354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7354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0954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39795" y="1615440"/>
            <a:ext cx="728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CLOCK</a:t>
            </a:r>
            <a:endParaRPr lang="en-GB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2290047" y="2164080"/>
            <a:ext cx="978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SEQ_END</a:t>
            </a:r>
            <a:endParaRPr lang="en-GB" sz="1600" dirty="0"/>
          </a:p>
        </p:txBody>
      </p:sp>
      <p:cxnSp>
        <p:nvCxnSpPr>
          <p:cNvPr id="63" name="Straight Connector 62"/>
          <p:cNvCxnSpPr/>
          <p:nvPr/>
        </p:nvCxnSpPr>
        <p:spPr>
          <a:xfrm>
            <a:off x="3216000" y="2159000"/>
            <a:ext cx="78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3996600" y="21546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4716600" y="21546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3996600" y="2514600"/>
            <a:ext cx="7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716600" y="2159000"/>
            <a:ext cx="137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39354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46554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53754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169684" y="990600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N</a:t>
            </a:r>
            <a:endParaRPr lang="en-GB" sz="1600" dirty="0"/>
          </a:p>
        </p:txBody>
      </p:sp>
      <p:sp>
        <p:nvSpPr>
          <p:cNvPr id="101" name="TextBox 100"/>
          <p:cNvSpPr txBox="1"/>
          <p:nvPr/>
        </p:nvSpPr>
        <p:spPr>
          <a:xfrm>
            <a:off x="4909738" y="9906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0</a:t>
            </a:r>
            <a:endParaRPr lang="en-GB" sz="1600" dirty="0"/>
          </a:p>
        </p:txBody>
      </p:sp>
      <p:sp>
        <p:nvSpPr>
          <p:cNvPr id="102" name="TextBox 101"/>
          <p:cNvSpPr txBox="1"/>
          <p:nvPr/>
        </p:nvSpPr>
        <p:spPr>
          <a:xfrm>
            <a:off x="5620938" y="9906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1</a:t>
            </a:r>
            <a:endParaRPr lang="en-GB" sz="1600" dirty="0"/>
          </a:p>
        </p:txBody>
      </p:sp>
      <p:sp>
        <p:nvSpPr>
          <p:cNvPr id="55" name="TextBox 54"/>
          <p:cNvSpPr txBox="1"/>
          <p:nvPr/>
        </p:nvSpPr>
        <p:spPr>
          <a:xfrm>
            <a:off x="2684194" y="1066800"/>
            <a:ext cx="5840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STEP</a:t>
            </a:r>
            <a:endParaRPr lang="en-GB" sz="1600" dirty="0"/>
          </a:p>
        </p:txBody>
      </p:sp>
      <p:sp>
        <p:nvSpPr>
          <p:cNvPr id="68" name="TextBox 67"/>
          <p:cNvSpPr txBox="1"/>
          <p:nvPr/>
        </p:nvSpPr>
        <p:spPr>
          <a:xfrm>
            <a:off x="2472789" y="2712720"/>
            <a:ext cx="795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INC_PC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3216000" y="3078000"/>
            <a:ext cx="78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3988800" y="2718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708800" y="2718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3988800" y="2718000"/>
            <a:ext cx="7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4708800" y="3078000"/>
            <a:ext cx="137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32160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32160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317172" y="990600"/>
            <a:ext cx="4844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N-1</a:t>
            </a:r>
            <a:endParaRPr lang="en-GB" sz="1600" dirty="0"/>
          </a:p>
        </p:txBody>
      </p:sp>
      <p:cxnSp>
        <p:nvCxnSpPr>
          <p:cNvPr id="82" name="Straight Connector 81"/>
          <p:cNvCxnSpPr/>
          <p:nvPr/>
        </p:nvCxnSpPr>
        <p:spPr>
          <a:xfrm>
            <a:off x="32160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32160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35760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35760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3216000" y="3636000"/>
            <a:ext cx="8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3216000" y="3276000"/>
            <a:ext cx="8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4058400" y="3276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2370390" y="3261360"/>
            <a:ext cx="897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OPCODE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584244" y="3312000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OLD</a:t>
            </a:r>
            <a:endParaRPr lang="en-GB" sz="1200" dirty="0"/>
          </a:p>
        </p:txBody>
      </p:sp>
      <p:cxnSp>
        <p:nvCxnSpPr>
          <p:cNvPr id="109" name="Straight Connector 108"/>
          <p:cNvCxnSpPr/>
          <p:nvPr/>
        </p:nvCxnSpPr>
        <p:spPr>
          <a:xfrm>
            <a:off x="4058400" y="3276000"/>
            <a:ext cx="2037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4058400" y="3636000"/>
            <a:ext cx="2037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4106400" y="3312000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NEW</a:t>
            </a:r>
            <a:endParaRPr lang="en-GB" sz="1200" dirty="0"/>
          </a:p>
        </p:txBody>
      </p:sp>
      <p:sp>
        <p:nvSpPr>
          <p:cNvPr id="112" name="TextBox 111"/>
          <p:cNvSpPr txBox="1"/>
          <p:nvPr/>
        </p:nvSpPr>
        <p:spPr>
          <a:xfrm>
            <a:off x="2766139" y="3810000"/>
            <a:ext cx="502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OLS</a:t>
            </a:r>
            <a:endParaRPr lang="en-GB" sz="1600" dirty="0"/>
          </a:p>
        </p:txBody>
      </p:sp>
      <p:cxnSp>
        <p:nvCxnSpPr>
          <p:cNvPr id="113" name="Straight Connector 112"/>
          <p:cNvCxnSpPr/>
          <p:nvPr/>
        </p:nvCxnSpPr>
        <p:spPr>
          <a:xfrm>
            <a:off x="3216000" y="4194000"/>
            <a:ext cx="114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4357200" y="3834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4357200" y="38340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4717200" y="3834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4717200" y="4194000"/>
            <a:ext cx="137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3155779" y="381000"/>
            <a:ext cx="2832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SEQUENCE CHANGE TIMING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/>
          <p:cNvCxnSpPr/>
          <p:nvPr/>
        </p:nvCxnSpPr>
        <p:spPr>
          <a:xfrm>
            <a:off x="27246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34446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41646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8846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7246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72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08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0846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4446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44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80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8046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1646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16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52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5246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88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328995" y="1619250"/>
            <a:ext cx="728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CLOCK</a:t>
            </a:r>
            <a:endParaRPr lang="en-GB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1366570" y="2171700"/>
            <a:ext cx="690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RESET</a:t>
            </a:r>
            <a:endParaRPr lang="en-GB" sz="1600" dirty="0"/>
          </a:p>
        </p:txBody>
      </p:sp>
      <p:cxnSp>
        <p:nvCxnSpPr>
          <p:cNvPr id="65" name="Straight Connector 64"/>
          <p:cNvCxnSpPr/>
          <p:nvPr/>
        </p:nvCxnSpPr>
        <p:spPr>
          <a:xfrm>
            <a:off x="3505800" y="21546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2005200" y="2514600"/>
            <a:ext cx="150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3505800" y="2154600"/>
            <a:ext cx="137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27246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34446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41646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943246" y="9906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0</a:t>
            </a:r>
            <a:endParaRPr lang="en-GB" sz="1600" dirty="0"/>
          </a:p>
        </p:txBody>
      </p:sp>
      <p:sp>
        <p:nvSpPr>
          <p:cNvPr id="101" name="TextBox 100"/>
          <p:cNvSpPr txBox="1"/>
          <p:nvPr/>
        </p:nvSpPr>
        <p:spPr>
          <a:xfrm>
            <a:off x="3676692" y="9906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0</a:t>
            </a:r>
            <a:endParaRPr lang="en-GB" sz="1600" dirty="0"/>
          </a:p>
        </p:txBody>
      </p:sp>
      <p:sp>
        <p:nvSpPr>
          <p:cNvPr id="102" name="TextBox 101"/>
          <p:cNvSpPr txBox="1"/>
          <p:nvPr/>
        </p:nvSpPr>
        <p:spPr>
          <a:xfrm>
            <a:off x="4410138" y="9906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1</a:t>
            </a:r>
            <a:endParaRPr lang="en-GB" sz="1600" dirty="0"/>
          </a:p>
        </p:txBody>
      </p:sp>
      <p:sp>
        <p:nvSpPr>
          <p:cNvPr id="55" name="TextBox 54"/>
          <p:cNvSpPr txBox="1"/>
          <p:nvPr/>
        </p:nvSpPr>
        <p:spPr>
          <a:xfrm>
            <a:off x="1473394" y="1066800"/>
            <a:ext cx="5840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STEP</a:t>
            </a:r>
            <a:endParaRPr lang="en-GB" sz="1600" dirty="0"/>
          </a:p>
        </p:txBody>
      </p:sp>
      <p:cxnSp>
        <p:nvCxnSpPr>
          <p:cNvPr id="79" name="Straight Connector 78"/>
          <p:cNvCxnSpPr/>
          <p:nvPr/>
        </p:nvCxnSpPr>
        <p:spPr>
          <a:xfrm>
            <a:off x="20052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20052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209800" y="9906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0</a:t>
            </a:r>
            <a:endParaRPr lang="en-GB" sz="1600" dirty="0"/>
          </a:p>
        </p:txBody>
      </p:sp>
      <p:cxnSp>
        <p:nvCxnSpPr>
          <p:cNvPr id="82" name="Straight Connector 81"/>
          <p:cNvCxnSpPr/>
          <p:nvPr/>
        </p:nvCxnSpPr>
        <p:spPr>
          <a:xfrm>
            <a:off x="20052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20052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23652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23652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2005200" y="3078000"/>
            <a:ext cx="8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2005200" y="2718000"/>
            <a:ext cx="8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159590" y="2724150"/>
            <a:ext cx="897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OPCODE</a:t>
            </a:r>
          </a:p>
        </p:txBody>
      </p:sp>
      <p:cxnSp>
        <p:nvCxnSpPr>
          <p:cNvPr id="109" name="Straight Connector 108"/>
          <p:cNvCxnSpPr/>
          <p:nvPr/>
        </p:nvCxnSpPr>
        <p:spPr>
          <a:xfrm>
            <a:off x="2847600" y="2718000"/>
            <a:ext cx="2037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2847600" y="3078000"/>
            <a:ext cx="2037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2209800" y="2771001"/>
            <a:ext cx="2463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OPCODE From ROM Address 0x0000</a:t>
            </a:r>
            <a:endParaRPr lang="en-GB" sz="1200" dirty="0"/>
          </a:p>
        </p:txBody>
      </p:sp>
      <p:sp>
        <p:nvSpPr>
          <p:cNvPr id="112" name="TextBox 111"/>
          <p:cNvSpPr txBox="1"/>
          <p:nvPr/>
        </p:nvSpPr>
        <p:spPr>
          <a:xfrm>
            <a:off x="1555339" y="3276600"/>
            <a:ext cx="502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OLS</a:t>
            </a:r>
            <a:endParaRPr lang="en-GB" sz="1600" dirty="0"/>
          </a:p>
        </p:txBody>
      </p:sp>
      <p:cxnSp>
        <p:nvCxnSpPr>
          <p:cNvPr id="113" name="Straight Connector 112"/>
          <p:cNvCxnSpPr/>
          <p:nvPr/>
        </p:nvCxnSpPr>
        <p:spPr>
          <a:xfrm>
            <a:off x="2005200" y="3636000"/>
            <a:ext cx="42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3146400" y="3276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3146400" y="32760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3506400" y="3276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3506400" y="3636000"/>
            <a:ext cx="137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597453" y="533400"/>
            <a:ext cx="4090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INITIAL SEQUENCE (AFTER RESET) TIMING</a:t>
            </a:r>
            <a:endParaRPr lang="en-GB" dirty="0"/>
          </a:p>
        </p:txBody>
      </p:sp>
      <p:cxnSp>
        <p:nvCxnSpPr>
          <p:cNvPr id="61" name="Straight Connector 60"/>
          <p:cNvCxnSpPr/>
          <p:nvPr/>
        </p:nvCxnSpPr>
        <p:spPr>
          <a:xfrm>
            <a:off x="2426400" y="3276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2786400" y="3276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2426400" y="32760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2786400" y="36360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/>
          <p:cNvCxnSpPr/>
          <p:nvPr/>
        </p:nvCxnSpPr>
        <p:spPr>
          <a:xfrm>
            <a:off x="2724600" y="1295400"/>
            <a:ext cx="0" cy="259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3444600" y="1295400"/>
            <a:ext cx="0" cy="259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4164600" y="1295400"/>
            <a:ext cx="0" cy="259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884600" y="1295400"/>
            <a:ext cx="0" cy="259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604600" y="1295400"/>
            <a:ext cx="0" cy="259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7246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72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08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0846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4446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44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80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8046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1646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16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52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5246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8846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88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24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2446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560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032746" y="1600200"/>
            <a:ext cx="728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CLOCK</a:t>
            </a:r>
            <a:endParaRPr lang="en-GB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1052029" y="2163178"/>
            <a:ext cx="17091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SELECT &lt;SOURCE&gt;</a:t>
            </a:r>
            <a:endParaRPr lang="en-GB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609600" y="3298046"/>
            <a:ext cx="21515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SELECT &lt;DESTINATION&gt;</a:t>
            </a:r>
            <a:endParaRPr lang="en-GB" sz="1600" dirty="0"/>
          </a:p>
        </p:txBody>
      </p:sp>
      <p:cxnSp>
        <p:nvCxnSpPr>
          <p:cNvPr id="63" name="Straight Connector 62"/>
          <p:cNvCxnSpPr/>
          <p:nvPr/>
        </p:nvCxnSpPr>
        <p:spPr>
          <a:xfrm>
            <a:off x="2724600" y="2514600"/>
            <a:ext cx="78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3505200" y="21546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4946400" y="21546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3505200" y="2159000"/>
            <a:ext cx="14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946400" y="2514600"/>
            <a:ext cx="65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2724000" y="3636600"/>
            <a:ext cx="150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4225200" y="32766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4225200" y="3276600"/>
            <a:ext cx="7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4945800" y="32766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4945800" y="3636600"/>
            <a:ext cx="65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27246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34446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41646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48846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111614" y="2700867"/>
            <a:ext cx="6495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DBUS</a:t>
            </a:r>
            <a:endParaRPr lang="en-GB" sz="1600" dirty="0"/>
          </a:p>
        </p:txBody>
      </p:sp>
      <p:cxnSp>
        <p:nvCxnSpPr>
          <p:cNvPr id="94" name="Straight Connector 93"/>
          <p:cNvCxnSpPr/>
          <p:nvPr/>
        </p:nvCxnSpPr>
        <p:spPr>
          <a:xfrm>
            <a:off x="2724600" y="2898000"/>
            <a:ext cx="8424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3567000" y="27178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3567000" y="3077800"/>
            <a:ext cx="14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3567000" y="2717800"/>
            <a:ext cx="14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5007000" y="27178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5007000" y="2898000"/>
            <a:ext cx="5976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888352" y="990600"/>
            <a:ext cx="388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T0</a:t>
            </a:r>
            <a:endParaRPr lang="en-GB" sz="1600" dirty="0"/>
          </a:p>
        </p:txBody>
      </p:sp>
      <p:sp>
        <p:nvSpPr>
          <p:cNvPr id="101" name="TextBox 100"/>
          <p:cNvSpPr txBox="1"/>
          <p:nvPr/>
        </p:nvSpPr>
        <p:spPr>
          <a:xfrm>
            <a:off x="3605568" y="990600"/>
            <a:ext cx="388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T1</a:t>
            </a:r>
            <a:endParaRPr lang="en-GB" sz="1600" dirty="0"/>
          </a:p>
        </p:txBody>
      </p:sp>
      <p:sp>
        <p:nvSpPr>
          <p:cNvPr id="102" name="TextBox 101"/>
          <p:cNvSpPr txBox="1"/>
          <p:nvPr/>
        </p:nvSpPr>
        <p:spPr>
          <a:xfrm>
            <a:off x="4322784" y="990600"/>
            <a:ext cx="388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T2</a:t>
            </a:r>
            <a:endParaRPr lang="en-GB" sz="1600" dirty="0"/>
          </a:p>
        </p:txBody>
      </p:sp>
      <p:sp>
        <p:nvSpPr>
          <p:cNvPr id="103" name="TextBox 102"/>
          <p:cNvSpPr txBox="1"/>
          <p:nvPr/>
        </p:nvSpPr>
        <p:spPr>
          <a:xfrm>
            <a:off x="5040000" y="990600"/>
            <a:ext cx="388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T3</a:t>
            </a:r>
            <a:endParaRPr lang="en-GB" sz="1600" dirty="0"/>
          </a:p>
        </p:txBody>
      </p:sp>
      <p:sp>
        <p:nvSpPr>
          <p:cNvPr id="104" name="TextBox 103"/>
          <p:cNvSpPr txBox="1"/>
          <p:nvPr/>
        </p:nvSpPr>
        <p:spPr>
          <a:xfrm>
            <a:off x="2827553" y="2764800"/>
            <a:ext cx="6014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Floating</a:t>
            </a:r>
            <a:endParaRPr lang="en-GB" sz="1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5037353" y="2764800"/>
            <a:ext cx="6014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Floating</a:t>
            </a:r>
            <a:endParaRPr lang="en-GB" sz="1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3970553" y="2764800"/>
            <a:ext cx="700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Data valid</a:t>
            </a:r>
            <a:endParaRPr lang="en-GB"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2199331" y="304800"/>
            <a:ext cx="4745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DATA BUS TRANSFER </a:t>
            </a:r>
            <a:r>
              <a:rPr lang="en-GB" dirty="0" smtClean="0"/>
              <a:t>TIMING (</a:t>
            </a:r>
            <a:r>
              <a:rPr lang="en-GB" dirty="0" smtClean="0">
                <a:solidFill>
                  <a:srgbClr val="FF0000"/>
                </a:solidFill>
              </a:rPr>
              <a:t>OLD ACTIVE HIGH</a:t>
            </a:r>
            <a:r>
              <a:rPr lang="en-GB" dirty="0" smtClean="0"/>
              <a:t>)</a:t>
            </a:r>
            <a:endParaRPr lang="en-GB" dirty="0"/>
          </a:p>
        </p:txBody>
      </p:sp>
      <p:cxnSp>
        <p:nvCxnSpPr>
          <p:cNvPr id="58" name="Straight Connector 57"/>
          <p:cNvCxnSpPr/>
          <p:nvPr/>
        </p:nvCxnSpPr>
        <p:spPr>
          <a:xfrm flipH="1">
            <a:off x="1295400" y="838200"/>
            <a:ext cx="5105400" cy="3276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914400" y="914400"/>
            <a:ext cx="6019800" cy="2895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/>
          <p:cNvCxnSpPr/>
          <p:nvPr/>
        </p:nvCxnSpPr>
        <p:spPr>
          <a:xfrm>
            <a:off x="39354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6554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3754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0954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9354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9354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2954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2954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554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6554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0154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0154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3754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3754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7354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7354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0954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39795" y="1615440"/>
            <a:ext cx="728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CLOCK</a:t>
            </a:r>
            <a:endParaRPr lang="en-GB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2290047" y="2164080"/>
            <a:ext cx="978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SEQ_END</a:t>
            </a:r>
            <a:endParaRPr lang="en-GB" sz="1600" dirty="0"/>
          </a:p>
        </p:txBody>
      </p:sp>
      <p:cxnSp>
        <p:nvCxnSpPr>
          <p:cNvPr id="63" name="Straight Connector 62"/>
          <p:cNvCxnSpPr/>
          <p:nvPr/>
        </p:nvCxnSpPr>
        <p:spPr>
          <a:xfrm>
            <a:off x="3216000" y="2514600"/>
            <a:ext cx="78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3996600" y="21546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4716600" y="21546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3996600" y="2159000"/>
            <a:ext cx="7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716600" y="2514600"/>
            <a:ext cx="137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39354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46554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53754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169684" y="990600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N</a:t>
            </a:r>
            <a:endParaRPr lang="en-GB" sz="1600" dirty="0"/>
          </a:p>
        </p:txBody>
      </p:sp>
      <p:sp>
        <p:nvSpPr>
          <p:cNvPr id="101" name="TextBox 100"/>
          <p:cNvSpPr txBox="1"/>
          <p:nvPr/>
        </p:nvSpPr>
        <p:spPr>
          <a:xfrm>
            <a:off x="4909738" y="9906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0</a:t>
            </a:r>
            <a:endParaRPr lang="en-GB" sz="1600" dirty="0"/>
          </a:p>
        </p:txBody>
      </p:sp>
      <p:sp>
        <p:nvSpPr>
          <p:cNvPr id="102" name="TextBox 101"/>
          <p:cNvSpPr txBox="1"/>
          <p:nvPr/>
        </p:nvSpPr>
        <p:spPr>
          <a:xfrm>
            <a:off x="5620938" y="9906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1</a:t>
            </a:r>
            <a:endParaRPr lang="en-GB" sz="1600" dirty="0"/>
          </a:p>
        </p:txBody>
      </p:sp>
      <p:sp>
        <p:nvSpPr>
          <p:cNvPr id="55" name="TextBox 54"/>
          <p:cNvSpPr txBox="1"/>
          <p:nvPr/>
        </p:nvSpPr>
        <p:spPr>
          <a:xfrm>
            <a:off x="2684194" y="1066800"/>
            <a:ext cx="5840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STEP</a:t>
            </a:r>
            <a:endParaRPr lang="en-GB" sz="1600" dirty="0"/>
          </a:p>
        </p:txBody>
      </p:sp>
      <p:sp>
        <p:nvSpPr>
          <p:cNvPr id="68" name="TextBox 67"/>
          <p:cNvSpPr txBox="1"/>
          <p:nvPr/>
        </p:nvSpPr>
        <p:spPr>
          <a:xfrm>
            <a:off x="2472789" y="2712720"/>
            <a:ext cx="795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INC_PC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3216000" y="3078000"/>
            <a:ext cx="78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3988800" y="2718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708800" y="2718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3988800" y="2718000"/>
            <a:ext cx="7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4708800" y="3078000"/>
            <a:ext cx="137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32160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32160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317172" y="990600"/>
            <a:ext cx="4844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N-1</a:t>
            </a:r>
            <a:endParaRPr lang="en-GB" sz="1600" dirty="0"/>
          </a:p>
        </p:txBody>
      </p:sp>
      <p:cxnSp>
        <p:nvCxnSpPr>
          <p:cNvPr id="82" name="Straight Connector 81"/>
          <p:cNvCxnSpPr/>
          <p:nvPr/>
        </p:nvCxnSpPr>
        <p:spPr>
          <a:xfrm>
            <a:off x="32160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32160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35760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35760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3216000" y="3636000"/>
            <a:ext cx="8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3216000" y="3276000"/>
            <a:ext cx="8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4058400" y="3276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2370390" y="3261360"/>
            <a:ext cx="897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OPCODE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584244" y="3312000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OLD</a:t>
            </a:r>
            <a:endParaRPr lang="en-GB" sz="1200" dirty="0"/>
          </a:p>
        </p:txBody>
      </p:sp>
      <p:cxnSp>
        <p:nvCxnSpPr>
          <p:cNvPr id="109" name="Straight Connector 108"/>
          <p:cNvCxnSpPr/>
          <p:nvPr/>
        </p:nvCxnSpPr>
        <p:spPr>
          <a:xfrm>
            <a:off x="4058400" y="3276000"/>
            <a:ext cx="2037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4058400" y="3636000"/>
            <a:ext cx="2037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4106400" y="3312000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NEW</a:t>
            </a:r>
            <a:endParaRPr lang="en-GB" sz="1200" dirty="0"/>
          </a:p>
        </p:txBody>
      </p:sp>
      <p:sp>
        <p:nvSpPr>
          <p:cNvPr id="112" name="TextBox 111"/>
          <p:cNvSpPr txBox="1"/>
          <p:nvPr/>
        </p:nvSpPr>
        <p:spPr>
          <a:xfrm>
            <a:off x="2766139" y="3810000"/>
            <a:ext cx="502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OLS</a:t>
            </a:r>
            <a:endParaRPr lang="en-GB" sz="1600" dirty="0"/>
          </a:p>
        </p:txBody>
      </p:sp>
      <p:cxnSp>
        <p:nvCxnSpPr>
          <p:cNvPr id="113" name="Straight Connector 112"/>
          <p:cNvCxnSpPr/>
          <p:nvPr/>
        </p:nvCxnSpPr>
        <p:spPr>
          <a:xfrm>
            <a:off x="3216000" y="4194000"/>
            <a:ext cx="114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4357200" y="3834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4357200" y="38340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4717200" y="3834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4717200" y="4194000"/>
            <a:ext cx="137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2228698" y="381000"/>
            <a:ext cx="4686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SEQUENCE CHANGE </a:t>
            </a:r>
            <a:r>
              <a:rPr lang="en-GB" dirty="0" smtClean="0"/>
              <a:t>TIMING (</a:t>
            </a:r>
            <a:r>
              <a:rPr lang="en-GB" dirty="0" smtClean="0">
                <a:solidFill>
                  <a:srgbClr val="FF0000"/>
                </a:solidFill>
              </a:rPr>
              <a:t>OLD ACTIVE HIGH</a:t>
            </a:r>
            <a:r>
              <a:rPr lang="en-GB" dirty="0" smtClean="0"/>
              <a:t>)</a:t>
            </a:r>
            <a:endParaRPr lang="en-GB" dirty="0"/>
          </a:p>
        </p:txBody>
      </p:sp>
      <p:cxnSp>
        <p:nvCxnSpPr>
          <p:cNvPr id="62" name="Straight Connector 61"/>
          <p:cNvCxnSpPr/>
          <p:nvPr/>
        </p:nvCxnSpPr>
        <p:spPr>
          <a:xfrm flipH="1">
            <a:off x="1905000" y="1143000"/>
            <a:ext cx="5029200" cy="3276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905000" y="1066800"/>
            <a:ext cx="5334000" cy="304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/>
          <p:cNvCxnSpPr/>
          <p:nvPr/>
        </p:nvCxnSpPr>
        <p:spPr>
          <a:xfrm>
            <a:off x="27246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34446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41646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8846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7246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72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08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0846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4446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44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80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8046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1646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16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52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5246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8846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328995" y="1619250"/>
            <a:ext cx="728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CLOCK</a:t>
            </a:r>
            <a:endParaRPr lang="en-GB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1366570" y="2171700"/>
            <a:ext cx="690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RESET</a:t>
            </a:r>
            <a:endParaRPr lang="en-GB" sz="1600" dirty="0"/>
          </a:p>
        </p:txBody>
      </p:sp>
      <p:cxnSp>
        <p:nvCxnSpPr>
          <p:cNvPr id="65" name="Straight Connector 64"/>
          <p:cNvCxnSpPr/>
          <p:nvPr/>
        </p:nvCxnSpPr>
        <p:spPr>
          <a:xfrm>
            <a:off x="3505800" y="21546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2005200" y="2159000"/>
            <a:ext cx="150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3505800" y="2514600"/>
            <a:ext cx="137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27246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34446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41646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943246" y="9906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0</a:t>
            </a:r>
            <a:endParaRPr lang="en-GB" sz="1600" dirty="0"/>
          </a:p>
        </p:txBody>
      </p:sp>
      <p:sp>
        <p:nvSpPr>
          <p:cNvPr id="101" name="TextBox 100"/>
          <p:cNvSpPr txBox="1"/>
          <p:nvPr/>
        </p:nvSpPr>
        <p:spPr>
          <a:xfrm>
            <a:off x="3676692" y="9906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0</a:t>
            </a:r>
            <a:endParaRPr lang="en-GB" sz="1600" dirty="0"/>
          </a:p>
        </p:txBody>
      </p:sp>
      <p:sp>
        <p:nvSpPr>
          <p:cNvPr id="102" name="TextBox 101"/>
          <p:cNvSpPr txBox="1"/>
          <p:nvPr/>
        </p:nvSpPr>
        <p:spPr>
          <a:xfrm>
            <a:off x="4410138" y="9906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1</a:t>
            </a:r>
            <a:endParaRPr lang="en-GB" sz="1600" dirty="0"/>
          </a:p>
        </p:txBody>
      </p:sp>
      <p:sp>
        <p:nvSpPr>
          <p:cNvPr id="55" name="TextBox 54"/>
          <p:cNvSpPr txBox="1"/>
          <p:nvPr/>
        </p:nvSpPr>
        <p:spPr>
          <a:xfrm>
            <a:off x="1473394" y="1066800"/>
            <a:ext cx="5840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STEP</a:t>
            </a:r>
            <a:endParaRPr lang="en-GB" sz="1600" dirty="0"/>
          </a:p>
        </p:txBody>
      </p:sp>
      <p:cxnSp>
        <p:nvCxnSpPr>
          <p:cNvPr id="79" name="Straight Connector 78"/>
          <p:cNvCxnSpPr/>
          <p:nvPr/>
        </p:nvCxnSpPr>
        <p:spPr>
          <a:xfrm>
            <a:off x="2005200" y="1295400"/>
            <a:ext cx="0" cy="3132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2005200" y="1295400"/>
            <a:ext cx="720000" cy="0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209800" y="9906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0</a:t>
            </a:r>
            <a:endParaRPr lang="en-GB" sz="1600" dirty="0"/>
          </a:p>
        </p:txBody>
      </p:sp>
      <p:cxnSp>
        <p:nvCxnSpPr>
          <p:cNvPr id="82" name="Straight Connector 81"/>
          <p:cNvCxnSpPr/>
          <p:nvPr/>
        </p:nvCxnSpPr>
        <p:spPr>
          <a:xfrm>
            <a:off x="2005200" y="160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20052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2365200" y="16002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2365200" y="19602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2005200" y="3078000"/>
            <a:ext cx="8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2005200" y="2718000"/>
            <a:ext cx="84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159590" y="2724150"/>
            <a:ext cx="897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OPCODE</a:t>
            </a:r>
          </a:p>
        </p:txBody>
      </p:sp>
      <p:cxnSp>
        <p:nvCxnSpPr>
          <p:cNvPr id="109" name="Straight Connector 108"/>
          <p:cNvCxnSpPr/>
          <p:nvPr/>
        </p:nvCxnSpPr>
        <p:spPr>
          <a:xfrm>
            <a:off x="2847600" y="2718000"/>
            <a:ext cx="2037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2847600" y="3078000"/>
            <a:ext cx="2037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2209800" y="2771001"/>
            <a:ext cx="2463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OPCODE From ROM Address 0x0000</a:t>
            </a:r>
            <a:endParaRPr lang="en-GB" sz="1200" dirty="0"/>
          </a:p>
        </p:txBody>
      </p:sp>
      <p:sp>
        <p:nvSpPr>
          <p:cNvPr id="112" name="TextBox 111"/>
          <p:cNvSpPr txBox="1"/>
          <p:nvPr/>
        </p:nvSpPr>
        <p:spPr>
          <a:xfrm>
            <a:off x="1555339" y="3276600"/>
            <a:ext cx="502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OLS</a:t>
            </a:r>
            <a:endParaRPr lang="en-GB" sz="1600" dirty="0"/>
          </a:p>
        </p:txBody>
      </p:sp>
      <p:cxnSp>
        <p:nvCxnSpPr>
          <p:cNvPr id="113" name="Straight Connector 112"/>
          <p:cNvCxnSpPr/>
          <p:nvPr/>
        </p:nvCxnSpPr>
        <p:spPr>
          <a:xfrm>
            <a:off x="2005200" y="3636000"/>
            <a:ext cx="42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3146400" y="3276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3146400" y="32760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3506400" y="3276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3506400" y="3636000"/>
            <a:ext cx="137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599840" y="533400"/>
            <a:ext cx="594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INITIAL SEQUENCE (AFTER RESET) </a:t>
            </a:r>
            <a:r>
              <a:rPr lang="en-GB" dirty="0" smtClean="0"/>
              <a:t>TIMING (</a:t>
            </a:r>
            <a:r>
              <a:rPr lang="en-GB" dirty="0" smtClean="0">
                <a:solidFill>
                  <a:srgbClr val="FF0000"/>
                </a:solidFill>
              </a:rPr>
              <a:t>OLD ACTIVE HIGH</a:t>
            </a:r>
            <a:r>
              <a:rPr lang="en-GB" dirty="0" smtClean="0"/>
              <a:t>)</a:t>
            </a:r>
            <a:endParaRPr lang="en-GB" dirty="0"/>
          </a:p>
        </p:txBody>
      </p:sp>
      <p:cxnSp>
        <p:nvCxnSpPr>
          <p:cNvPr id="61" name="Straight Connector 60"/>
          <p:cNvCxnSpPr/>
          <p:nvPr/>
        </p:nvCxnSpPr>
        <p:spPr>
          <a:xfrm>
            <a:off x="2426400" y="3276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2786400" y="327600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2426400" y="32760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2786400" y="3636000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1066800" y="1219200"/>
            <a:ext cx="4191000" cy="304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1143000" y="1066800"/>
            <a:ext cx="4343400" cy="3352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171</Words>
  <Application>Microsoft Office PowerPoint</Application>
  <PresentationFormat>On-screen Show (4:3)</PresentationFormat>
  <Paragraphs>87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Drawings for L1IsDesign.docx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Drawings for L1IsDesign.docx</dc:title>
  <dc:creator>David</dc:creator>
  <cp:lastModifiedBy>Windows User</cp:lastModifiedBy>
  <cp:revision>7</cp:revision>
  <dcterms:created xsi:type="dcterms:W3CDTF">2006-08-16T00:00:00Z</dcterms:created>
  <dcterms:modified xsi:type="dcterms:W3CDTF">2026-07-04T09:22:43Z</dcterms:modified>
</cp:coreProperties>
</file>