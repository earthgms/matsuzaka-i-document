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092" autoAdjust="0"/>
    <p:restoredTop sz="94660"/>
  </p:normalViewPr>
  <p:slideViewPr>
    <p:cSldViewPr>
      <p:cViewPr varScale="1">
        <p:scale>
          <a:sx n="90" d="100"/>
          <a:sy n="90" d="100"/>
        </p:scale>
        <p:origin x="-1426" y="-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smtClean="0"/>
              <a:t>Drawings for L1IsDesign.docx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 smtClean="0"/>
              <a:t>This file contains drawings which are used as figures in L1IsDesign.docx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123728" y="1268760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Data for Sequence Number 0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23728" y="2132856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Data for Sequence Number 1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72680" y="836712"/>
            <a:ext cx="933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Address</a:t>
            </a:r>
            <a:endParaRPr lang="en-GB" dirty="0"/>
          </a:p>
        </p:txBody>
      </p:sp>
      <p:sp>
        <p:nvSpPr>
          <p:cNvPr id="9" name="TextBox 8"/>
          <p:cNvSpPr txBox="1"/>
          <p:nvPr/>
        </p:nvSpPr>
        <p:spPr>
          <a:xfrm>
            <a:off x="6872680" y="1124744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0x000</a:t>
            </a:r>
            <a:endParaRPr lang="en-GB" dirty="0"/>
          </a:p>
        </p:txBody>
      </p:sp>
      <p:sp>
        <p:nvSpPr>
          <p:cNvPr id="10" name="TextBox 9"/>
          <p:cNvSpPr txBox="1"/>
          <p:nvPr/>
        </p:nvSpPr>
        <p:spPr>
          <a:xfrm>
            <a:off x="6872680" y="1835532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0x01F</a:t>
            </a:r>
            <a:endParaRPr lang="en-GB" dirty="0"/>
          </a:p>
        </p:txBody>
      </p:sp>
      <p:sp>
        <p:nvSpPr>
          <p:cNvPr id="11" name="TextBox 10"/>
          <p:cNvSpPr txBox="1"/>
          <p:nvPr/>
        </p:nvSpPr>
        <p:spPr>
          <a:xfrm>
            <a:off x="6872680" y="2016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0x020</a:t>
            </a:r>
            <a:endParaRPr lang="en-GB" dirty="0"/>
          </a:p>
        </p:txBody>
      </p:sp>
      <p:sp>
        <p:nvSpPr>
          <p:cNvPr id="12" name="TextBox 11"/>
          <p:cNvSpPr txBox="1"/>
          <p:nvPr/>
        </p:nvSpPr>
        <p:spPr>
          <a:xfrm>
            <a:off x="6872680" y="2699628"/>
            <a:ext cx="7409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0x03F</a:t>
            </a:r>
            <a:endParaRPr lang="en-GB" dirty="0"/>
          </a:p>
        </p:txBody>
      </p:sp>
      <p:sp>
        <p:nvSpPr>
          <p:cNvPr id="13" name="Rectangle 12"/>
          <p:cNvSpPr/>
          <p:nvPr/>
        </p:nvSpPr>
        <p:spPr>
          <a:xfrm>
            <a:off x="2123728" y="2996208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Etc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872680" y="2852936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0x040</a:t>
            </a:r>
            <a:endParaRPr lang="en-GB" dirty="0"/>
          </a:p>
        </p:txBody>
      </p:sp>
      <p:sp>
        <p:nvSpPr>
          <p:cNvPr id="16" name="Rectangle 15"/>
          <p:cNvSpPr/>
          <p:nvPr/>
        </p:nvSpPr>
        <p:spPr>
          <a:xfrm>
            <a:off x="2123728" y="3860304"/>
            <a:ext cx="4752528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>
                <a:solidFill>
                  <a:schemeClr val="tx1"/>
                </a:solidFill>
              </a:rPr>
              <a:t>Data for Sequence Number 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2680" y="371703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0x3E0</a:t>
            </a:r>
            <a:endParaRPr lang="en-GB" dirty="0"/>
          </a:p>
        </p:txBody>
      </p:sp>
      <p:sp>
        <p:nvSpPr>
          <p:cNvPr id="19" name="TextBox 18"/>
          <p:cNvSpPr txBox="1"/>
          <p:nvPr/>
        </p:nvSpPr>
        <p:spPr>
          <a:xfrm>
            <a:off x="6872680" y="4419600"/>
            <a:ext cx="729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smtClean="0"/>
              <a:t>0x3FF</a:t>
            </a:r>
            <a:endParaRPr lang="en-GB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Straight Connector 40"/>
          <p:cNvCxnSpPr/>
          <p:nvPr/>
        </p:nvCxnSpPr>
        <p:spPr>
          <a:xfrm>
            <a:off x="2724600" y="1295400"/>
            <a:ext cx="0" cy="259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3444600" y="1295400"/>
            <a:ext cx="0" cy="259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4164600" y="1295400"/>
            <a:ext cx="0" cy="259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4884600" y="1295400"/>
            <a:ext cx="0" cy="259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5604600" y="1295400"/>
            <a:ext cx="0" cy="259200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272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272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>
            <a:off x="308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308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344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>
            <a:off x="344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>
            <a:off x="380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>
            <a:off x="380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416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416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452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>
            <a:off x="452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>
            <a:off x="4884600" y="160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/>
          <p:nvPr/>
        </p:nvCxnSpPr>
        <p:spPr>
          <a:xfrm>
            <a:off x="488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>
            <a:off x="524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5244600" y="1960200"/>
            <a:ext cx="36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5604600" y="16002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032746" y="1600200"/>
            <a:ext cx="728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CLOCK</a:t>
            </a:r>
            <a:endParaRPr lang="en-GB" sz="1600" dirty="0"/>
          </a:p>
        </p:txBody>
      </p:sp>
      <p:sp>
        <p:nvSpPr>
          <p:cNvPr id="54" name="TextBox 53"/>
          <p:cNvSpPr txBox="1"/>
          <p:nvPr/>
        </p:nvSpPr>
        <p:spPr>
          <a:xfrm>
            <a:off x="1052029" y="2163178"/>
            <a:ext cx="1709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SELECT &lt;SOURCE&gt;</a:t>
            </a:r>
            <a:endParaRPr lang="en-GB" sz="1600" dirty="0"/>
          </a:p>
        </p:txBody>
      </p:sp>
      <p:sp>
        <p:nvSpPr>
          <p:cNvPr id="56" name="TextBox 55"/>
          <p:cNvSpPr txBox="1"/>
          <p:nvPr/>
        </p:nvSpPr>
        <p:spPr>
          <a:xfrm>
            <a:off x="609600" y="3298046"/>
            <a:ext cx="215155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SELECT &lt;DESTINATION&gt;</a:t>
            </a:r>
            <a:endParaRPr lang="en-GB" sz="1600" dirty="0"/>
          </a:p>
        </p:txBody>
      </p:sp>
      <p:cxnSp>
        <p:nvCxnSpPr>
          <p:cNvPr id="63" name="Straight Connector 62"/>
          <p:cNvCxnSpPr/>
          <p:nvPr/>
        </p:nvCxnSpPr>
        <p:spPr>
          <a:xfrm>
            <a:off x="2724600" y="2514600"/>
            <a:ext cx="78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3505200" y="2154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4946400" y="2154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>
            <a:off x="3505200" y="2159000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4946400" y="2514600"/>
            <a:ext cx="65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2724000" y="3636600"/>
            <a:ext cx="1501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4225200" y="3276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4225200" y="3276600"/>
            <a:ext cx="72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4945800" y="32766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>
            <a:off x="4945800" y="3636600"/>
            <a:ext cx="658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/>
          <p:cNvCxnSpPr/>
          <p:nvPr/>
        </p:nvCxnSpPr>
        <p:spPr>
          <a:xfrm>
            <a:off x="272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/>
          <p:nvPr/>
        </p:nvCxnSpPr>
        <p:spPr>
          <a:xfrm>
            <a:off x="344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/>
          <p:cNvCxnSpPr/>
          <p:nvPr/>
        </p:nvCxnSpPr>
        <p:spPr>
          <a:xfrm>
            <a:off x="416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/>
          <p:cNvCxnSpPr/>
          <p:nvPr/>
        </p:nvCxnSpPr>
        <p:spPr>
          <a:xfrm>
            <a:off x="4884600" y="1295400"/>
            <a:ext cx="720000" cy="0"/>
          </a:xfrm>
          <a:prstGeom prst="straightConnector1">
            <a:avLst/>
          </a:prstGeom>
          <a:ln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2111614" y="2700867"/>
            <a:ext cx="64953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DBUS</a:t>
            </a:r>
            <a:endParaRPr lang="en-GB" sz="1600" dirty="0"/>
          </a:p>
        </p:txBody>
      </p:sp>
      <p:cxnSp>
        <p:nvCxnSpPr>
          <p:cNvPr id="94" name="Straight Connector 93"/>
          <p:cNvCxnSpPr/>
          <p:nvPr/>
        </p:nvCxnSpPr>
        <p:spPr>
          <a:xfrm>
            <a:off x="2724600" y="2898000"/>
            <a:ext cx="842400" cy="0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/>
          <p:cNvCxnSpPr/>
          <p:nvPr/>
        </p:nvCxnSpPr>
        <p:spPr>
          <a:xfrm>
            <a:off x="3567000" y="27178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/>
          <p:nvPr/>
        </p:nvCxnSpPr>
        <p:spPr>
          <a:xfrm>
            <a:off x="3567000" y="3077800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/>
          <p:cNvCxnSpPr/>
          <p:nvPr/>
        </p:nvCxnSpPr>
        <p:spPr>
          <a:xfrm>
            <a:off x="3567000" y="2717800"/>
            <a:ext cx="1440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>
            <a:off x="5007000" y="2717800"/>
            <a:ext cx="0" cy="36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>
            <a:off x="5007000" y="2898000"/>
            <a:ext cx="597600" cy="0"/>
          </a:xfrm>
          <a:prstGeom prst="line">
            <a:avLst/>
          </a:prstGeom>
          <a:ln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2888352" y="990600"/>
            <a:ext cx="388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T0</a:t>
            </a:r>
            <a:endParaRPr lang="en-GB" sz="1600" dirty="0"/>
          </a:p>
        </p:txBody>
      </p:sp>
      <p:sp>
        <p:nvSpPr>
          <p:cNvPr id="101" name="TextBox 100"/>
          <p:cNvSpPr txBox="1"/>
          <p:nvPr/>
        </p:nvSpPr>
        <p:spPr>
          <a:xfrm>
            <a:off x="3605568" y="990600"/>
            <a:ext cx="388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T1</a:t>
            </a:r>
            <a:endParaRPr lang="en-GB" sz="1600" dirty="0"/>
          </a:p>
        </p:txBody>
      </p:sp>
      <p:sp>
        <p:nvSpPr>
          <p:cNvPr id="102" name="TextBox 101"/>
          <p:cNvSpPr txBox="1"/>
          <p:nvPr/>
        </p:nvSpPr>
        <p:spPr>
          <a:xfrm>
            <a:off x="4322784" y="990600"/>
            <a:ext cx="388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T2</a:t>
            </a:r>
            <a:endParaRPr lang="en-GB" sz="1600" dirty="0"/>
          </a:p>
        </p:txBody>
      </p:sp>
      <p:sp>
        <p:nvSpPr>
          <p:cNvPr id="103" name="TextBox 102"/>
          <p:cNvSpPr txBox="1"/>
          <p:nvPr/>
        </p:nvSpPr>
        <p:spPr>
          <a:xfrm>
            <a:off x="5040000" y="990600"/>
            <a:ext cx="3882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 smtClean="0"/>
              <a:t>T3</a:t>
            </a:r>
            <a:endParaRPr lang="en-GB" sz="1600" dirty="0"/>
          </a:p>
        </p:txBody>
      </p:sp>
      <p:sp>
        <p:nvSpPr>
          <p:cNvPr id="104" name="TextBox 103"/>
          <p:cNvSpPr txBox="1"/>
          <p:nvPr/>
        </p:nvSpPr>
        <p:spPr>
          <a:xfrm>
            <a:off x="2827553" y="2764800"/>
            <a:ext cx="6014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Floating</a:t>
            </a:r>
            <a:endParaRPr lang="en-GB" sz="1000" dirty="0"/>
          </a:p>
        </p:txBody>
      </p:sp>
      <p:sp>
        <p:nvSpPr>
          <p:cNvPr id="105" name="TextBox 104"/>
          <p:cNvSpPr txBox="1"/>
          <p:nvPr/>
        </p:nvSpPr>
        <p:spPr>
          <a:xfrm>
            <a:off x="5037353" y="2764800"/>
            <a:ext cx="6014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Floating</a:t>
            </a:r>
            <a:endParaRPr lang="en-GB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3970553" y="2764800"/>
            <a:ext cx="7008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 smtClean="0"/>
              <a:t>Data valid</a:t>
            </a:r>
            <a:endParaRPr lang="en-GB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213</TotalTime>
  <Words>56</Words>
  <Application>Microsoft Office PowerPoint</Application>
  <PresentationFormat>On-screen Show (4:3)</PresentationFormat>
  <Paragraphs>25</Paragraphs>
  <Slides>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Drawings for L1IsDesign.docx</vt:lpstr>
      <vt:lpstr>Slide 2</vt:lpstr>
      <vt:lpstr>Slide 3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Drawings for L1IsDesign.docx</dc:title>
  <dc:creator>David</dc:creator>
  <cp:lastModifiedBy>Windows User</cp:lastModifiedBy>
  <cp:revision>5</cp:revision>
  <dcterms:created xsi:type="dcterms:W3CDTF">2006-08-16T00:00:00Z</dcterms:created>
  <dcterms:modified xsi:type="dcterms:W3CDTF">2026-06-30T13:31:47Z</dcterms:modified>
</cp:coreProperties>
</file>