
<file path=[Content_Types].xml><?xml version="1.0" encoding="utf-8"?>
<Types xmlns="http://schemas.openxmlformats.org/package/2006/content-types"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9" r:id="rId4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092" autoAdjust="0"/>
    <p:restoredTop sz="94660"/>
  </p:normalViewPr>
  <p:slideViewPr>
    <p:cSldViewPr>
      <p:cViewPr varScale="1">
        <p:scale>
          <a:sx n="90" d="100"/>
          <a:sy n="90" d="100"/>
        </p:scale>
        <p:origin x="-1426" y="-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8028800" cy="780288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6/29/2026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 smtClean="0"/>
              <a:t>Drawings for L1IsDesign.docx</a:t>
            </a:r>
            <a:endParaRPr lang="en-GB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 smtClean="0"/>
              <a:t>This file contains drawings which are used as figures in L1IsDesign.docx</a:t>
            </a:r>
            <a:endParaRPr lang="en-GB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/>
        </p:nvSpPr>
        <p:spPr>
          <a:xfrm>
            <a:off x="2123728" y="1268760"/>
            <a:ext cx="4752528" cy="86409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smtClean="0">
                <a:solidFill>
                  <a:schemeClr val="tx1"/>
                </a:solidFill>
              </a:rPr>
              <a:t>Data for Sequence Number 0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2123728" y="2132856"/>
            <a:ext cx="4752528" cy="86409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smtClean="0">
                <a:solidFill>
                  <a:schemeClr val="tx1"/>
                </a:solidFill>
              </a:rPr>
              <a:t>Data for Sequence Number 1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6872680" y="836712"/>
            <a:ext cx="9334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 smtClean="0"/>
              <a:t>Address</a:t>
            </a:r>
            <a:endParaRPr lang="en-GB" dirty="0"/>
          </a:p>
        </p:txBody>
      </p:sp>
      <p:sp>
        <p:nvSpPr>
          <p:cNvPr id="9" name="TextBox 8"/>
          <p:cNvSpPr txBox="1"/>
          <p:nvPr/>
        </p:nvSpPr>
        <p:spPr>
          <a:xfrm>
            <a:off x="6872680" y="1124744"/>
            <a:ext cx="7521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 smtClean="0"/>
              <a:t>0x000</a:t>
            </a:r>
            <a:endParaRPr lang="en-GB" dirty="0"/>
          </a:p>
        </p:txBody>
      </p:sp>
      <p:sp>
        <p:nvSpPr>
          <p:cNvPr id="10" name="TextBox 9"/>
          <p:cNvSpPr txBox="1"/>
          <p:nvPr/>
        </p:nvSpPr>
        <p:spPr>
          <a:xfrm>
            <a:off x="6872680" y="1835532"/>
            <a:ext cx="7409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 smtClean="0"/>
              <a:t>0x01F</a:t>
            </a:r>
            <a:endParaRPr lang="en-GB" dirty="0"/>
          </a:p>
        </p:txBody>
      </p:sp>
      <p:sp>
        <p:nvSpPr>
          <p:cNvPr id="11" name="TextBox 10"/>
          <p:cNvSpPr txBox="1"/>
          <p:nvPr/>
        </p:nvSpPr>
        <p:spPr>
          <a:xfrm>
            <a:off x="6872680" y="2016000"/>
            <a:ext cx="7521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 smtClean="0"/>
              <a:t>0x020</a:t>
            </a:r>
            <a:endParaRPr lang="en-GB" dirty="0"/>
          </a:p>
        </p:txBody>
      </p:sp>
      <p:sp>
        <p:nvSpPr>
          <p:cNvPr id="12" name="TextBox 11"/>
          <p:cNvSpPr txBox="1"/>
          <p:nvPr/>
        </p:nvSpPr>
        <p:spPr>
          <a:xfrm>
            <a:off x="6872680" y="2699628"/>
            <a:ext cx="7409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 smtClean="0"/>
              <a:t>0x03F</a:t>
            </a:r>
            <a:endParaRPr lang="en-GB" dirty="0"/>
          </a:p>
        </p:txBody>
      </p:sp>
      <p:sp>
        <p:nvSpPr>
          <p:cNvPr id="13" name="Rectangle 12"/>
          <p:cNvSpPr/>
          <p:nvPr/>
        </p:nvSpPr>
        <p:spPr>
          <a:xfrm>
            <a:off x="2123728" y="2996208"/>
            <a:ext cx="4752528" cy="86409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smtClean="0">
                <a:solidFill>
                  <a:schemeClr val="tx1"/>
                </a:solidFill>
              </a:rPr>
              <a:t>Etc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872680" y="2852936"/>
            <a:ext cx="7521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 smtClean="0"/>
              <a:t>0x040</a:t>
            </a:r>
            <a:endParaRPr lang="en-GB" dirty="0"/>
          </a:p>
        </p:txBody>
      </p:sp>
      <p:sp>
        <p:nvSpPr>
          <p:cNvPr id="16" name="Rectangle 15"/>
          <p:cNvSpPr/>
          <p:nvPr/>
        </p:nvSpPr>
        <p:spPr>
          <a:xfrm>
            <a:off x="2123728" y="3860304"/>
            <a:ext cx="4752528" cy="86409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smtClean="0">
                <a:solidFill>
                  <a:schemeClr val="tx1"/>
                </a:solidFill>
              </a:rPr>
              <a:t>Data for Sequence Number 31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72680" y="3717032"/>
            <a:ext cx="7473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 smtClean="0"/>
              <a:t>0x3E0</a:t>
            </a:r>
            <a:endParaRPr lang="en-GB" dirty="0"/>
          </a:p>
        </p:txBody>
      </p:sp>
      <p:sp>
        <p:nvSpPr>
          <p:cNvPr id="19" name="TextBox 18"/>
          <p:cNvSpPr txBox="1"/>
          <p:nvPr/>
        </p:nvSpPr>
        <p:spPr>
          <a:xfrm>
            <a:off x="6872680" y="4419600"/>
            <a:ext cx="7296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 smtClean="0"/>
              <a:t>0x3FF</a:t>
            </a:r>
            <a:endParaRPr lang="en-GB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1" name="Straight Connector 40"/>
          <p:cNvCxnSpPr/>
          <p:nvPr/>
        </p:nvCxnSpPr>
        <p:spPr>
          <a:xfrm>
            <a:off x="2724600" y="1295400"/>
            <a:ext cx="0" cy="410400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/>
          <p:cNvCxnSpPr/>
          <p:nvPr/>
        </p:nvCxnSpPr>
        <p:spPr>
          <a:xfrm>
            <a:off x="3444600" y="1295400"/>
            <a:ext cx="0" cy="410400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/>
          <p:cNvCxnSpPr/>
          <p:nvPr/>
        </p:nvCxnSpPr>
        <p:spPr>
          <a:xfrm>
            <a:off x="4164600" y="1295400"/>
            <a:ext cx="0" cy="410400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>
            <a:off x="4884600" y="1295400"/>
            <a:ext cx="0" cy="410400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/>
          <p:cNvCxnSpPr/>
          <p:nvPr/>
        </p:nvCxnSpPr>
        <p:spPr>
          <a:xfrm>
            <a:off x="5604600" y="1295400"/>
            <a:ext cx="0" cy="410400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2724600" y="1600200"/>
            <a:ext cx="3600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/>
          <p:cNvCxnSpPr/>
          <p:nvPr/>
        </p:nvCxnSpPr>
        <p:spPr>
          <a:xfrm>
            <a:off x="2724600" y="1600200"/>
            <a:ext cx="0" cy="3600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/>
          <p:cNvCxnSpPr/>
          <p:nvPr/>
        </p:nvCxnSpPr>
        <p:spPr>
          <a:xfrm>
            <a:off x="3084600" y="1600200"/>
            <a:ext cx="0" cy="3600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/>
          <p:cNvCxnSpPr/>
          <p:nvPr/>
        </p:nvCxnSpPr>
        <p:spPr>
          <a:xfrm>
            <a:off x="3084600" y="1960200"/>
            <a:ext cx="3600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/>
          <p:cNvCxnSpPr/>
          <p:nvPr/>
        </p:nvCxnSpPr>
        <p:spPr>
          <a:xfrm>
            <a:off x="3444600" y="1600200"/>
            <a:ext cx="3600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/>
          <p:cNvCxnSpPr/>
          <p:nvPr/>
        </p:nvCxnSpPr>
        <p:spPr>
          <a:xfrm>
            <a:off x="3444600" y="1600200"/>
            <a:ext cx="0" cy="3600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/>
          <p:cNvCxnSpPr/>
          <p:nvPr/>
        </p:nvCxnSpPr>
        <p:spPr>
          <a:xfrm>
            <a:off x="3804600" y="1600200"/>
            <a:ext cx="0" cy="3600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/>
          <p:cNvCxnSpPr/>
          <p:nvPr/>
        </p:nvCxnSpPr>
        <p:spPr>
          <a:xfrm>
            <a:off x="3804600" y="1960200"/>
            <a:ext cx="3600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/>
          <p:cNvCxnSpPr/>
          <p:nvPr/>
        </p:nvCxnSpPr>
        <p:spPr>
          <a:xfrm>
            <a:off x="4164600" y="1600200"/>
            <a:ext cx="3600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/>
          <p:cNvCxnSpPr/>
          <p:nvPr/>
        </p:nvCxnSpPr>
        <p:spPr>
          <a:xfrm>
            <a:off x="4164600" y="1600200"/>
            <a:ext cx="0" cy="3600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/>
          <p:cNvCxnSpPr/>
          <p:nvPr/>
        </p:nvCxnSpPr>
        <p:spPr>
          <a:xfrm>
            <a:off x="4524600" y="1600200"/>
            <a:ext cx="0" cy="3600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/>
          <p:cNvCxnSpPr/>
          <p:nvPr/>
        </p:nvCxnSpPr>
        <p:spPr>
          <a:xfrm>
            <a:off x="4524600" y="1960200"/>
            <a:ext cx="3600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/>
          <p:cNvCxnSpPr/>
          <p:nvPr/>
        </p:nvCxnSpPr>
        <p:spPr>
          <a:xfrm>
            <a:off x="4884600" y="1600200"/>
            <a:ext cx="3600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/>
          <p:cNvCxnSpPr/>
          <p:nvPr/>
        </p:nvCxnSpPr>
        <p:spPr>
          <a:xfrm>
            <a:off x="4884600" y="1600200"/>
            <a:ext cx="0" cy="3600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/>
          <p:cNvCxnSpPr/>
          <p:nvPr/>
        </p:nvCxnSpPr>
        <p:spPr>
          <a:xfrm>
            <a:off x="5244600" y="1600200"/>
            <a:ext cx="0" cy="3600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/>
          <p:cNvCxnSpPr/>
          <p:nvPr/>
        </p:nvCxnSpPr>
        <p:spPr>
          <a:xfrm>
            <a:off x="5244600" y="1960200"/>
            <a:ext cx="3600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/>
          <p:cNvCxnSpPr/>
          <p:nvPr/>
        </p:nvCxnSpPr>
        <p:spPr>
          <a:xfrm>
            <a:off x="5604600" y="1600200"/>
            <a:ext cx="0" cy="3600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2032746" y="1600200"/>
            <a:ext cx="72840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600" dirty="0" smtClean="0"/>
              <a:t>CLOCK</a:t>
            </a:r>
            <a:endParaRPr lang="en-GB" sz="1600" dirty="0"/>
          </a:p>
        </p:txBody>
      </p:sp>
      <p:sp>
        <p:nvSpPr>
          <p:cNvPr id="53" name="TextBox 52"/>
          <p:cNvSpPr txBox="1"/>
          <p:nvPr/>
        </p:nvSpPr>
        <p:spPr>
          <a:xfrm>
            <a:off x="2029861" y="2248769"/>
            <a:ext cx="73129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600" dirty="0" smtClean="0"/>
              <a:t>WRITE</a:t>
            </a:r>
            <a:endParaRPr lang="en-GB" sz="1600" dirty="0"/>
          </a:p>
        </p:txBody>
      </p:sp>
      <p:sp>
        <p:nvSpPr>
          <p:cNvPr id="54" name="TextBox 53"/>
          <p:cNvSpPr txBox="1"/>
          <p:nvPr/>
        </p:nvSpPr>
        <p:spPr>
          <a:xfrm>
            <a:off x="1052029" y="2897338"/>
            <a:ext cx="170912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600" dirty="0" smtClean="0"/>
              <a:t>SELECT &lt;SOURCE&gt;</a:t>
            </a:r>
            <a:endParaRPr lang="en-GB" sz="1600" dirty="0"/>
          </a:p>
        </p:txBody>
      </p:sp>
      <p:sp>
        <p:nvSpPr>
          <p:cNvPr id="55" name="TextBox 54"/>
          <p:cNvSpPr txBox="1"/>
          <p:nvPr/>
        </p:nvSpPr>
        <p:spPr>
          <a:xfrm>
            <a:off x="2120206" y="4194476"/>
            <a:ext cx="64094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600" dirty="0" smtClean="0"/>
              <a:t>READ</a:t>
            </a:r>
            <a:endParaRPr lang="en-GB" sz="1600" dirty="0"/>
          </a:p>
        </p:txBody>
      </p:sp>
      <p:sp>
        <p:nvSpPr>
          <p:cNvPr id="56" name="TextBox 55"/>
          <p:cNvSpPr txBox="1"/>
          <p:nvPr/>
        </p:nvSpPr>
        <p:spPr>
          <a:xfrm>
            <a:off x="609600" y="4843046"/>
            <a:ext cx="215155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600" dirty="0" smtClean="0"/>
              <a:t>SELECT &lt;DESTINATION&gt;</a:t>
            </a:r>
            <a:endParaRPr lang="en-GB" sz="1600" dirty="0"/>
          </a:p>
        </p:txBody>
      </p:sp>
      <p:cxnSp>
        <p:nvCxnSpPr>
          <p:cNvPr id="57" name="Straight Connector 56"/>
          <p:cNvCxnSpPr/>
          <p:nvPr/>
        </p:nvCxnSpPr>
        <p:spPr>
          <a:xfrm>
            <a:off x="2724600" y="2604480"/>
            <a:ext cx="7812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/>
          <p:cNvCxnSpPr/>
          <p:nvPr/>
        </p:nvCxnSpPr>
        <p:spPr>
          <a:xfrm>
            <a:off x="3505200" y="2244480"/>
            <a:ext cx="0" cy="3600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/>
          <p:cNvCxnSpPr/>
          <p:nvPr/>
        </p:nvCxnSpPr>
        <p:spPr>
          <a:xfrm>
            <a:off x="4946400" y="2244480"/>
            <a:ext cx="0" cy="3600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Connector 59"/>
          <p:cNvCxnSpPr/>
          <p:nvPr/>
        </p:nvCxnSpPr>
        <p:spPr>
          <a:xfrm>
            <a:off x="3505200" y="2244480"/>
            <a:ext cx="14400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/>
          <p:cNvCxnSpPr/>
          <p:nvPr/>
        </p:nvCxnSpPr>
        <p:spPr>
          <a:xfrm>
            <a:off x="4946400" y="2604480"/>
            <a:ext cx="6588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/>
          <p:cNvCxnSpPr/>
          <p:nvPr/>
        </p:nvCxnSpPr>
        <p:spPr>
          <a:xfrm>
            <a:off x="2724600" y="3248760"/>
            <a:ext cx="7812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/>
          <p:cNvCxnSpPr/>
          <p:nvPr/>
        </p:nvCxnSpPr>
        <p:spPr>
          <a:xfrm>
            <a:off x="3505200" y="2888760"/>
            <a:ext cx="0" cy="3600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/>
          <p:cNvCxnSpPr/>
          <p:nvPr/>
        </p:nvCxnSpPr>
        <p:spPr>
          <a:xfrm>
            <a:off x="4946400" y="2888760"/>
            <a:ext cx="0" cy="3600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65"/>
          <p:cNvCxnSpPr/>
          <p:nvPr/>
        </p:nvCxnSpPr>
        <p:spPr>
          <a:xfrm>
            <a:off x="3505200" y="2888760"/>
            <a:ext cx="14400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Straight Connector 66"/>
          <p:cNvCxnSpPr/>
          <p:nvPr/>
        </p:nvCxnSpPr>
        <p:spPr>
          <a:xfrm>
            <a:off x="4946400" y="3248760"/>
            <a:ext cx="6588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/>
          <p:cNvCxnSpPr/>
          <p:nvPr/>
        </p:nvCxnSpPr>
        <p:spPr>
          <a:xfrm>
            <a:off x="2724600" y="4537320"/>
            <a:ext cx="15012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/>
          <p:cNvCxnSpPr/>
          <p:nvPr/>
        </p:nvCxnSpPr>
        <p:spPr>
          <a:xfrm>
            <a:off x="4225800" y="4177320"/>
            <a:ext cx="0" cy="3600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Connector 69"/>
          <p:cNvCxnSpPr/>
          <p:nvPr/>
        </p:nvCxnSpPr>
        <p:spPr>
          <a:xfrm>
            <a:off x="4225800" y="4177320"/>
            <a:ext cx="7200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/>
          <p:cNvCxnSpPr/>
          <p:nvPr/>
        </p:nvCxnSpPr>
        <p:spPr>
          <a:xfrm>
            <a:off x="4946400" y="4177320"/>
            <a:ext cx="0" cy="3600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71"/>
          <p:cNvCxnSpPr/>
          <p:nvPr/>
        </p:nvCxnSpPr>
        <p:spPr>
          <a:xfrm>
            <a:off x="4946400" y="4537320"/>
            <a:ext cx="6588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/>
          <p:cNvCxnSpPr/>
          <p:nvPr/>
        </p:nvCxnSpPr>
        <p:spPr>
          <a:xfrm>
            <a:off x="2724000" y="5181600"/>
            <a:ext cx="15012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/>
          <p:cNvCxnSpPr/>
          <p:nvPr/>
        </p:nvCxnSpPr>
        <p:spPr>
          <a:xfrm>
            <a:off x="4225200" y="4821600"/>
            <a:ext cx="0" cy="3600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/>
          <p:cNvCxnSpPr/>
          <p:nvPr/>
        </p:nvCxnSpPr>
        <p:spPr>
          <a:xfrm>
            <a:off x="4225200" y="4821600"/>
            <a:ext cx="7200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Straight Connector 75"/>
          <p:cNvCxnSpPr/>
          <p:nvPr/>
        </p:nvCxnSpPr>
        <p:spPr>
          <a:xfrm>
            <a:off x="4945800" y="4821600"/>
            <a:ext cx="0" cy="3600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/>
          <p:cNvCxnSpPr/>
          <p:nvPr/>
        </p:nvCxnSpPr>
        <p:spPr>
          <a:xfrm>
            <a:off x="4945800" y="5181600"/>
            <a:ext cx="6588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/>
          <p:cNvCxnSpPr/>
          <p:nvPr/>
        </p:nvCxnSpPr>
        <p:spPr>
          <a:xfrm>
            <a:off x="2724600" y="1295400"/>
            <a:ext cx="720000" cy="0"/>
          </a:xfrm>
          <a:prstGeom prst="straightConnector1">
            <a:avLst/>
          </a:prstGeom>
          <a:ln>
            <a:headEnd type="arrow"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Straight Arrow Connector 87"/>
          <p:cNvCxnSpPr/>
          <p:nvPr/>
        </p:nvCxnSpPr>
        <p:spPr>
          <a:xfrm>
            <a:off x="3444600" y="1295400"/>
            <a:ext cx="720000" cy="0"/>
          </a:xfrm>
          <a:prstGeom prst="straightConnector1">
            <a:avLst/>
          </a:prstGeom>
          <a:ln>
            <a:headEnd type="arrow"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Straight Arrow Connector 90"/>
          <p:cNvCxnSpPr/>
          <p:nvPr/>
        </p:nvCxnSpPr>
        <p:spPr>
          <a:xfrm>
            <a:off x="4164600" y="1295400"/>
            <a:ext cx="720000" cy="0"/>
          </a:xfrm>
          <a:prstGeom prst="straightConnector1">
            <a:avLst/>
          </a:prstGeom>
          <a:ln>
            <a:headEnd type="arrow"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Straight Arrow Connector 91"/>
          <p:cNvCxnSpPr/>
          <p:nvPr/>
        </p:nvCxnSpPr>
        <p:spPr>
          <a:xfrm>
            <a:off x="4884600" y="1295400"/>
            <a:ext cx="720000" cy="0"/>
          </a:xfrm>
          <a:prstGeom prst="straightConnector1">
            <a:avLst/>
          </a:prstGeom>
          <a:ln>
            <a:headEnd type="arrow"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3" name="TextBox 92"/>
          <p:cNvSpPr txBox="1"/>
          <p:nvPr/>
        </p:nvSpPr>
        <p:spPr>
          <a:xfrm>
            <a:off x="2111614" y="3545907"/>
            <a:ext cx="64953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600" dirty="0" smtClean="0"/>
              <a:t>DBUS</a:t>
            </a:r>
            <a:endParaRPr lang="en-GB" sz="1600" dirty="0"/>
          </a:p>
        </p:txBody>
      </p:sp>
      <p:cxnSp>
        <p:nvCxnSpPr>
          <p:cNvPr id="94" name="Straight Connector 93"/>
          <p:cNvCxnSpPr/>
          <p:nvPr/>
        </p:nvCxnSpPr>
        <p:spPr>
          <a:xfrm>
            <a:off x="2724600" y="3711600"/>
            <a:ext cx="842400" cy="0"/>
          </a:xfrm>
          <a:prstGeom prst="line">
            <a:avLst/>
          </a:prstGeom>
          <a:ln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Straight Connector 94"/>
          <p:cNvCxnSpPr/>
          <p:nvPr/>
        </p:nvCxnSpPr>
        <p:spPr>
          <a:xfrm>
            <a:off x="3567000" y="3533040"/>
            <a:ext cx="0" cy="3600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Straight Connector 95"/>
          <p:cNvCxnSpPr/>
          <p:nvPr/>
        </p:nvCxnSpPr>
        <p:spPr>
          <a:xfrm>
            <a:off x="3567000" y="3893040"/>
            <a:ext cx="14400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Straight Connector 96"/>
          <p:cNvCxnSpPr/>
          <p:nvPr/>
        </p:nvCxnSpPr>
        <p:spPr>
          <a:xfrm>
            <a:off x="3567000" y="3533040"/>
            <a:ext cx="14400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Straight Connector 97"/>
          <p:cNvCxnSpPr/>
          <p:nvPr/>
        </p:nvCxnSpPr>
        <p:spPr>
          <a:xfrm>
            <a:off x="5007000" y="3533040"/>
            <a:ext cx="0" cy="3600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Straight Connector 98"/>
          <p:cNvCxnSpPr/>
          <p:nvPr/>
        </p:nvCxnSpPr>
        <p:spPr>
          <a:xfrm>
            <a:off x="5007000" y="3711600"/>
            <a:ext cx="597600" cy="0"/>
          </a:xfrm>
          <a:prstGeom prst="line">
            <a:avLst/>
          </a:prstGeom>
          <a:ln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TextBox 99"/>
          <p:cNvSpPr txBox="1"/>
          <p:nvPr/>
        </p:nvSpPr>
        <p:spPr>
          <a:xfrm>
            <a:off x="2888352" y="990600"/>
            <a:ext cx="38824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600" dirty="0" smtClean="0"/>
              <a:t>T0</a:t>
            </a:r>
            <a:endParaRPr lang="en-GB" sz="1600" dirty="0"/>
          </a:p>
        </p:txBody>
      </p:sp>
      <p:sp>
        <p:nvSpPr>
          <p:cNvPr id="101" name="TextBox 100"/>
          <p:cNvSpPr txBox="1"/>
          <p:nvPr/>
        </p:nvSpPr>
        <p:spPr>
          <a:xfrm>
            <a:off x="3605568" y="990600"/>
            <a:ext cx="38824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600" dirty="0" smtClean="0"/>
              <a:t>T1</a:t>
            </a:r>
            <a:endParaRPr lang="en-GB" sz="1600" dirty="0"/>
          </a:p>
        </p:txBody>
      </p:sp>
      <p:sp>
        <p:nvSpPr>
          <p:cNvPr id="102" name="TextBox 101"/>
          <p:cNvSpPr txBox="1"/>
          <p:nvPr/>
        </p:nvSpPr>
        <p:spPr>
          <a:xfrm>
            <a:off x="4322784" y="990600"/>
            <a:ext cx="38824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600" dirty="0" smtClean="0"/>
              <a:t>T2</a:t>
            </a:r>
            <a:endParaRPr lang="en-GB" sz="1600" dirty="0"/>
          </a:p>
        </p:txBody>
      </p:sp>
      <p:sp>
        <p:nvSpPr>
          <p:cNvPr id="103" name="TextBox 102"/>
          <p:cNvSpPr txBox="1"/>
          <p:nvPr/>
        </p:nvSpPr>
        <p:spPr>
          <a:xfrm>
            <a:off x="5040000" y="990600"/>
            <a:ext cx="38824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600" dirty="0" smtClean="0"/>
              <a:t>T3</a:t>
            </a:r>
            <a:endParaRPr lang="en-GB" sz="1600" dirty="0"/>
          </a:p>
        </p:txBody>
      </p:sp>
      <p:sp>
        <p:nvSpPr>
          <p:cNvPr id="104" name="TextBox 103"/>
          <p:cNvSpPr txBox="1"/>
          <p:nvPr/>
        </p:nvSpPr>
        <p:spPr>
          <a:xfrm>
            <a:off x="2827553" y="3581400"/>
            <a:ext cx="60144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000" dirty="0" smtClean="0"/>
              <a:t>Floating</a:t>
            </a:r>
            <a:endParaRPr lang="en-GB" sz="1000" dirty="0"/>
          </a:p>
        </p:txBody>
      </p:sp>
      <p:sp>
        <p:nvSpPr>
          <p:cNvPr id="105" name="TextBox 104"/>
          <p:cNvSpPr txBox="1"/>
          <p:nvPr/>
        </p:nvSpPr>
        <p:spPr>
          <a:xfrm>
            <a:off x="5037353" y="3581400"/>
            <a:ext cx="60144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000" dirty="0" smtClean="0"/>
              <a:t>Floating</a:t>
            </a:r>
            <a:endParaRPr lang="en-GB" sz="1000" dirty="0"/>
          </a:p>
        </p:txBody>
      </p:sp>
      <p:sp>
        <p:nvSpPr>
          <p:cNvPr id="106" name="TextBox 105"/>
          <p:cNvSpPr txBox="1"/>
          <p:nvPr/>
        </p:nvSpPr>
        <p:spPr>
          <a:xfrm>
            <a:off x="3970553" y="3581400"/>
            <a:ext cx="70083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000" dirty="0" smtClean="0"/>
              <a:t>Data valid</a:t>
            </a:r>
            <a:endParaRPr lang="en-GB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202</TotalTime>
  <Words>58</Words>
  <Application>Microsoft Office PowerPoint</Application>
  <PresentationFormat>On-screen Show (4:3)</PresentationFormat>
  <Paragraphs>27</Paragraphs>
  <Slides>3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4" baseType="lpstr">
      <vt:lpstr>Office Theme</vt:lpstr>
      <vt:lpstr>Drawings for L1IsDesign.docx</vt:lpstr>
      <vt:lpstr>Slide 2</vt:lpstr>
      <vt:lpstr>Slide 3</vt:lpstr>
    </vt:vector>
  </TitlesOfParts>
  <Company/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Drawings for L1IsDesign.docx</dc:title>
  <dc:creator>David</dc:creator>
  <cp:lastModifiedBy>Windows User</cp:lastModifiedBy>
  <cp:revision>4</cp:revision>
  <dcterms:created xsi:type="dcterms:W3CDTF">2006-08-16T00:00:00Z</dcterms:created>
  <dcterms:modified xsi:type="dcterms:W3CDTF">2026-06-29T12:46:14Z</dcterms:modified>
</cp:coreProperties>
</file>