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0" d="100"/>
          <a:sy n="90" d="100"/>
        </p:scale>
        <p:origin x="-1053" y="-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Drawings for L1IsDesign.docx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smtClean="0"/>
              <a:t>This file contains drawings which are used as </a:t>
            </a:r>
            <a:r>
              <a:rPr lang="en-GB" dirty="0" smtClean="0"/>
              <a:t>figures in L1IsDesign.docx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123728" y="1268760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3728" y="2132856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</a:t>
            </a:r>
            <a:r>
              <a:rPr lang="en-GB" dirty="0" smtClean="0">
                <a:solidFill>
                  <a:schemeClr val="tx1"/>
                </a:solidFill>
              </a:rPr>
              <a:t>Sequence Number 1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72680" y="836712"/>
            <a:ext cx="93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Address</a:t>
            </a:r>
            <a:endParaRPr lang="en-GB" dirty="0"/>
          </a:p>
        </p:txBody>
      </p:sp>
      <p:sp>
        <p:nvSpPr>
          <p:cNvPr id="9" name="TextBox 8"/>
          <p:cNvSpPr txBox="1"/>
          <p:nvPr/>
        </p:nvSpPr>
        <p:spPr>
          <a:xfrm>
            <a:off x="6872680" y="1124744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0x000</a:t>
            </a:r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>
            <a:off x="6872680" y="183553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0x01F</a:t>
            </a:r>
            <a:endParaRPr lang="en-GB" dirty="0"/>
          </a:p>
        </p:txBody>
      </p:sp>
      <p:sp>
        <p:nvSpPr>
          <p:cNvPr id="11" name="TextBox 10"/>
          <p:cNvSpPr txBox="1"/>
          <p:nvPr/>
        </p:nvSpPr>
        <p:spPr>
          <a:xfrm>
            <a:off x="6872680" y="2016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0x020</a:t>
            </a:r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6872680" y="2699628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0x03F</a:t>
            </a:r>
            <a:endParaRPr lang="en-GB" dirty="0"/>
          </a:p>
        </p:txBody>
      </p:sp>
      <p:sp>
        <p:nvSpPr>
          <p:cNvPr id="13" name="Rectangle 12"/>
          <p:cNvSpPr/>
          <p:nvPr/>
        </p:nvSpPr>
        <p:spPr>
          <a:xfrm>
            <a:off x="2123728" y="2996208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Etc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72680" y="2852936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0x040</a:t>
            </a:r>
            <a:endParaRPr lang="en-GB" dirty="0"/>
          </a:p>
        </p:txBody>
      </p:sp>
      <p:sp>
        <p:nvSpPr>
          <p:cNvPr id="16" name="Rectangle 15"/>
          <p:cNvSpPr/>
          <p:nvPr/>
        </p:nvSpPr>
        <p:spPr>
          <a:xfrm>
            <a:off x="2123728" y="3860304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</a:t>
            </a:r>
            <a:r>
              <a:rPr lang="en-GB" dirty="0" smtClean="0">
                <a:solidFill>
                  <a:schemeClr val="tx1"/>
                </a:solidFill>
              </a:rPr>
              <a:t>Sequence Number 31</a:t>
            </a:r>
            <a:endParaRPr lang="en-GB" dirty="0" smtClean="0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72680" y="371703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0x3E0</a:t>
            </a:r>
            <a:endParaRPr lang="en-GB" dirty="0"/>
          </a:p>
        </p:txBody>
      </p:sp>
      <p:sp>
        <p:nvSpPr>
          <p:cNvPr id="19" name="TextBox 18"/>
          <p:cNvSpPr txBox="1"/>
          <p:nvPr/>
        </p:nvSpPr>
        <p:spPr>
          <a:xfrm>
            <a:off x="6872680" y="4419600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0x3FF</a:t>
            </a:r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On-screen Show (4:3)</PresentationFormat>
  <Paragraphs>14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Drawings for L1IsDesign.docx</vt:lpstr>
      <vt:lpstr>Slide 2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Drawings for L1IsDesign.docx</dc:title>
  <dc:creator>David</dc:creator>
  <cp:lastModifiedBy>Windows User</cp:lastModifiedBy>
  <cp:revision>1</cp:revision>
  <dcterms:created xsi:type="dcterms:W3CDTF">2006-08-16T00:00:00Z</dcterms:created>
  <dcterms:modified xsi:type="dcterms:W3CDTF">2026-06-28T10:51:04Z</dcterms:modified>
</cp:coreProperties>
</file>