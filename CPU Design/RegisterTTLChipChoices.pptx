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053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70F0A-71DD-46F1-AF75-D78670B18E53}" type="datetimeFigureOut">
              <a:rPr lang="en-GB" smtClean="0"/>
              <a:t>12/06/2026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1C6492-069E-47D5-8EC7-2ED0127A3C48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00632" y="404664"/>
            <a:ext cx="4142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Chips to make 16 bit latch without inc/</a:t>
            </a:r>
            <a:r>
              <a:rPr lang="en-GB" dirty="0" err="1" smtClean="0"/>
              <a:t>dec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39552" y="908720"/>
            <a:ext cx="61699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                                                          Need 2 x 74HC373 to make a 16 bit latch with tri-state outputs.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1268760"/>
            <a:ext cx="3249613" cy="225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00632" y="404664"/>
            <a:ext cx="3822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Chips to make 16 bit latch with inc/</a:t>
            </a:r>
            <a:r>
              <a:rPr lang="en-GB" dirty="0" err="1" smtClean="0"/>
              <a:t>dec</a:t>
            </a:r>
            <a:endParaRPr lang="en-GB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31840" y="1268760"/>
            <a:ext cx="2592288" cy="19502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339752" y="764704"/>
            <a:ext cx="42110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Need 4 x 74HC193 to make a 16 bit counter.</a:t>
            </a:r>
          </a:p>
          <a:p>
            <a:r>
              <a:rPr lang="en-GB" sz="1200" dirty="0" smtClean="0"/>
              <a:t>It can work like a latch because we can load it via P0..P3 using PL</a:t>
            </a:r>
            <a:endParaRPr lang="en-GB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2267744" y="3212976"/>
            <a:ext cx="4480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smtClean="0"/>
              <a:t>Also need to connect Q3..Q0 x 4 via 16 bit tri-state buffer to data bus</a:t>
            </a:r>
          </a:p>
          <a:p>
            <a:r>
              <a:rPr lang="en-GB" sz="1200" dirty="0" smtClean="0"/>
              <a:t>Need 2x 74HC244 for this</a:t>
            </a:r>
            <a:endParaRPr lang="en-GB" sz="1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3645024"/>
            <a:ext cx="3295143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81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1</cp:revision>
  <dcterms:created xsi:type="dcterms:W3CDTF">2026-06-12T14:17:12Z</dcterms:created>
  <dcterms:modified xsi:type="dcterms:W3CDTF">2026-06-12T14:43:44Z</dcterms:modified>
</cp:coreProperties>
</file>