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0" d="100"/>
          <a:sy n="90" d="100"/>
        </p:scale>
        <p:origin x="-1053" y="-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6/15/2026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674938" y="2020888"/>
            <a:ext cx="3794125" cy="2819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TextBox 4"/>
          <p:cNvSpPr txBox="1"/>
          <p:nvPr/>
        </p:nvSpPr>
        <p:spPr>
          <a:xfrm>
            <a:off x="2517714" y="2590800"/>
            <a:ext cx="300082" cy="227139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770" dirty="0" smtClean="0">
                <a:solidFill>
                  <a:srgbClr val="00B050"/>
                </a:solidFill>
              </a:rPr>
              <a:t>1</a:t>
            </a:r>
          </a:p>
          <a:p>
            <a:r>
              <a:rPr lang="en-GB" sz="1770" dirty="0" smtClean="0">
                <a:solidFill>
                  <a:srgbClr val="00B050"/>
                </a:solidFill>
              </a:rPr>
              <a:t>2</a:t>
            </a:r>
          </a:p>
          <a:p>
            <a:r>
              <a:rPr lang="en-GB" sz="1770" dirty="0" smtClean="0">
                <a:solidFill>
                  <a:srgbClr val="00B050"/>
                </a:solidFill>
              </a:rPr>
              <a:t>3</a:t>
            </a:r>
          </a:p>
          <a:p>
            <a:r>
              <a:rPr lang="en-GB" sz="1770" dirty="0" smtClean="0">
                <a:solidFill>
                  <a:srgbClr val="00B050"/>
                </a:solidFill>
              </a:rPr>
              <a:t>4</a:t>
            </a:r>
          </a:p>
          <a:p>
            <a:r>
              <a:rPr lang="en-GB" sz="1770" dirty="0" smtClean="0">
                <a:solidFill>
                  <a:srgbClr val="00B050"/>
                </a:solidFill>
              </a:rPr>
              <a:t>5</a:t>
            </a:r>
          </a:p>
          <a:p>
            <a:r>
              <a:rPr lang="en-GB" sz="1770" dirty="0" smtClean="0">
                <a:solidFill>
                  <a:srgbClr val="FF0000"/>
                </a:solidFill>
              </a:rPr>
              <a:t>6</a:t>
            </a:r>
          </a:p>
          <a:p>
            <a:r>
              <a:rPr lang="en-GB" sz="1770" dirty="0" smtClean="0">
                <a:solidFill>
                  <a:srgbClr val="FF0000"/>
                </a:solidFill>
              </a:rPr>
              <a:t>7</a:t>
            </a:r>
          </a:p>
          <a:p>
            <a:r>
              <a:rPr lang="en-GB" sz="1770" dirty="0" smtClean="0">
                <a:solidFill>
                  <a:srgbClr val="FF0000"/>
                </a:solidFill>
              </a:rPr>
              <a:t>8</a:t>
            </a:r>
            <a:endParaRPr lang="en-GB" sz="1770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897063" y="381000"/>
            <a:ext cx="5349875" cy="1044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905000" y="1524000"/>
            <a:ext cx="6858000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</Words>
  <Application>Microsoft Office PowerPoint</Application>
  <PresentationFormat>On-screen Show (4:3)</PresentationFormat>
  <Paragraphs>8</Paragraphs>
  <Slides>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3" baseType="lpstr">
      <vt:lpstr>Office Theme</vt:lpstr>
      <vt:lpstr>Slide 1</vt:lpstr>
      <vt:lpstr>Slide 2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David</dc:creator>
  <cp:lastModifiedBy>Windows User</cp:lastModifiedBy>
  <cp:revision>1</cp:revision>
  <dcterms:created xsi:type="dcterms:W3CDTF">2006-08-16T00:00:00Z</dcterms:created>
  <dcterms:modified xsi:type="dcterms:W3CDTF">2026-06-15T16:27:00Z</dcterms:modified>
</cp:coreProperties>
</file>